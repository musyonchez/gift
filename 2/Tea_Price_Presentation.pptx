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price</c:v>
                </c:pt>
              </c:strCache>
            </c:strRef>
          </c:tx>
          <c:spPr>
            <a:ln w="15875">
              <a:solidFill>
                <a:srgbClr val="6FA64A"/>
              </a:solidFill>
            </a:ln>
          </c:spPr>
          <c:marker>
            <c:symbol val="none"/>
          </c:marker>
          <c:cat>
            <c:strRef>
              <c:f>Sheet1!$A$2:$A$416</c:f>
              <c:strCache>
                <c:ptCount val="415"/>
                <c:pt idx="0">
                  <c:v>1992-01</c:v>
                </c:pt>
                <c:pt idx="1">
                  <c:v>1992-02</c:v>
                </c:pt>
                <c:pt idx="2">
                  <c:v>1992-03</c:v>
                </c:pt>
                <c:pt idx="3">
                  <c:v>1992-04</c:v>
                </c:pt>
                <c:pt idx="4">
                  <c:v>1992-05</c:v>
                </c:pt>
                <c:pt idx="5">
                  <c:v>1992-06</c:v>
                </c:pt>
                <c:pt idx="6">
                  <c:v>1992-07</c:v>
                </c:pt>
                <c:pt idx="7">
                  <c:v>1992-08</c:v>
                </c:pt>
                <c:pt idx="8">
                  <c:v>1992-09</c:v>
                </c:pt>
                <c:pt idx="9">
                  <c:v>1992-10</c:v>
                </c:pt>
                <c:pt idx="10">
                  <c:v>1992-11</c:v>
                </c:pt>
                <c:pt idx="11">
                  <c:v>1992-12</c:v>
                </c:pt>
                <c:pt idx="12">
                  <c:v>1993-01</c:v>
                </c:pt>
                <c:pt idx="13">
                  <c:v>1993-02</c:v>
                </c:pt>
                <c:pt idx="14">
                  <c:v>1993-03</c:v>
                </c:pt>
                <c:pt idx="15">
                  <c:v>1993-04</c:v>
                </c:pt>
                <c:pt idx="16">
                  <c:v>1993-05</c:v>
                </c:pt>
                <c:pt idx="17">
                  <c:v>1993-06</c:v>
                </c:pt>
                <c:pt idx="18">
                  <c:v>1993-07</c:v>
                </c:pt>
                <c:pt idx="19">
                  <c:v>1993-08</c:v>
                </c:pt>
                <c:pt idx="20">
                  <c:v>1993-09</c:v>
                </c:pt>
                <c:pt idx="21">
                  <c:v>1993-10</c:v>
                </c:pt>
                <c:pt idx="22">
                  <c:v>1993-11</c:v>
                </c:pt>
                <c:pt idx="23">
                  <c:v>1993-12</c:v>
                </c:pt>
                <c:pt idx="24">
                  <c:v>1994-01</c:v>
                </c:pt>
                <c:pt idx="25">
                  <c:v>1994-02</c:v>
                </c:pt>
                <c:pt idx="26">
                  <c:v>1994-03</c:v>
                </c:pt>
                <c:pt idx="27">
                  <c:v>1994-04</c:v>
                </c:pt>
                <c:pt idx="28">
                  <c:v>1994-05</c:v>
                </c:pt>
                <c:pt idx="29">
                  <c:v>1994-06</c:v>
                </c:pt>
                <c:pt idx="30">
                  <c:v>1994-07</c:v>
                </c:pt>
                <c:pt idx="31">
                  <c:v>1994-08</c:v>
                </c:pt>
                <c:pt idx="32">
                  <c:v>1994-09</c:v>
                </c:pt>
                <c:pt idx="33">
                  <c:v>1994-10</c:v>
                </c:pt>
                <c:pt idx="34">
                  <c:v>1994-11</c:v>
                </c:pt>
                <c:pt idx="35">
                  <c:v>1994-12</c:v>
                </c:pt>
                <c:pt idx="36">
                  <c:v>1995-01</c:v>
                </c:pt>
                <c:pt idx="37">
                  <c:v>1995-02</c:v>
                </c:pt>
                <c:pt idx="38">
                  <c:v>1995-03</c:v>
                </c:pt>
                <c:pt idx="39">
                  <c:v>1995-04</c:v>
                </c:pt>
                <c:pt idx="40">
                  <c:v>1995-05</c:v>
                </c:pt>
                <c:pt idx="41">
                  <c:v>1995-06</c:v>
                </c:pt>
                <c:pt idx="42">
                  <c:v>1995-07</c:v>
                </c:pt>
                <c:pt idx="43">
                  <c:v>1995-08</c:v>
                </c:pt>
                <c:pt idx="44">
                  <c:v>1995-09</c:v>
                </c:pt>
                <c:pt idx="45">
                  <c:v>1995-10</c:v>
                </c:pt>
                <c:pt idx="46">
                  <c:v>1995-11</c:v>
                </c:pt>
                <c:pt idx="47">
                  <c:v>1995-12</c:v>
                </c:pt>
                <c:pt idx="48">
                  <c:v>1996-01</c:v>
                </c:pt>
                <c:pt idx="49">
                  <c:v>1996-02</c:v>
                </c:pt>
                <c:pt idx="50">
                  <c:v>1996-03</c:v>
                </c:pt>
                <c:pt idx="51">
                  <c:v>1996-04</c:v>
                </c:pt>
                <c:pt idx="52">
                  <c:v>1996-05</c:v>
                </c:pt>
                <c:pt idx="53">
                  <c:v>1996-06</c:v>
                </c:pt>
                <c:pt idx="54">
                  <c:v>1996-07</c:v>
                </c:pt>
                <c:pt idx="55">
                  <c:v>1996-08</c:v>
                </c:pt>
                <c:pt idx="56">
                  <c:v>1996-09</c:v>
                </c:pt>
                <c:pt idx="57">
                  <c:v>1996-10</c:v>
                </c:pt>
                <c:pt idx="58">
                  <c:v>1996-11</c:v>
                </c:pt>
                <c:pt idx="59">
                  <c:v>1996-12</c:v>
                </c:pt>
                <c:pt idx="60">
                  <c:v>1997-01</c:v>
                </c:pt>
                <c:pt idx="61">
                  <c:v>1997-02</c:v>
                </c:pt>
                <c:pt idx="62">
                  <c:v>1997-03</c:v>
                </c:pt>
                <c:pt idx="63">
                  <c:v>1997-04</c:v>
                </c:pt>
                <c:pt idx="64">
                  <c:v>1997-05</c:v>
                </c:pt>
                <c:pt idx="65">
                  <c:v>1997-06</c:v>
                </c:pt>
                <c:pt idx="66">
                  <c:v>1997-07</c:v>
                </c:pt>
                <c:pt idx="67">
                  <c:v>1997-08</c:v>
                </c:pt>
                <c:pt idx="68">
                  <c:v>1997-09</c:v>
                </c:pt>
                <c:pt idx="69">
                  <c:v>1997-10</c:v>
                </c:pt>
                <c:pt idx="70">
                  <c:v>1997-11</c:v>
                </c:pt>
                <c:pt idx="71">
                  <c:v>1997-12</c:v>
                </c:pt>
                <c:pt idx="72">
                  <c:v>1998-01</c:v>
                </c:pt>
                <c:pt idx="73">
                  <c:v>1998-02</c:v>
                </c:pt>
                <c:pt idx="74">
                  <c:v>1998-03</c:v>
                </c:pt>
                <c:pt idx="75">
                  <c:v>1998-04</c:v>
                </c:pt>
                <c:pt idx="76">
                  <c:v>1998-05</c:v>
                </c:pt>
                <c:pt idx="77">
                  <c:v>1998-06</c:v>
                </c:pt>
                <c:pt idx="78">
                  <c:v>1998-07</c:v>
                </c:pt>
                <c:pt idx="79">
                  <c:v>1998-08</c:v>
                </c:pt>
                <c:pt idx="80">
                  <c:v>1998-09</c:v>
                </c:pt>
                <c:pt idx="81">
                  <c:v>1998-10</c:v>
                </c:pt>
                <c:pt idx="82">
                  <c:v>1998-11</c:v>
                </c:pt>
                <c:pt idx="83">
                  <c:v>1998-12</c:v>
                </c:pt>
                <c:pt idx="84">
                  <c:v>1999-01</c:v>
                </c:pt>
                <c:pt idx="85">
                  <c:v>1999-02</c:v>
                </c:pt>
                <c:pt idx="86">
                  <c:v>1999-03</c:v>
                </c:pt>
                <c:pt idx="87">
                  <c:v>1999-04</c:v>
                </c:pt>
                <c:pt idx="88">
                  <c:v>1999-05</c:v>
                </c:pt>
                <c:pt idx="89">
                  <c:v>1999-06</c:v>
                </c:pt>
                <c:pt idx="90">
                  <c:v>1999-07</c:v>
                </c:pt>
                <c:pt idx="91">
                  <c:v>1999-08</c:v>
                </c:pt>
                <c:pt idx="92">
                  <c:v>1999-09</c:v>
                </c:pt>
                <c:pt idx="93">
                  <c:v>1999-10</c:v>
                </c:pt>
                <c:pt idx="94">
                  <c:v>1999-11</c:v>
                </c:pt>
                <c:pt idx="95">
                  <c:v>1999-12</c:v>
                </c:pt>
                <c:pt idx="96">
                  <c:v>2000-01</c:v>
                </c:pt>
                <c:pt idx="97">
                  <c:v>2000-02</c:v>
                </c:pt>
                <c:pt idx="98">
                  <c:v>2000-03</c:v>
                </c:pt>
                <c:pt idx="99">
                  <c:v>2000-04</c:v>
                </c:pt>
                <c:pt idx="100">
                  <c:v>2000-05</c:v>
                </c:pt>
                <c:pt idx="101">
                  <c:v>2000-06</c:v>
                </c:pt>
                <c:pt idx="102">
                  <c:v>2000-07</c:v>
                </c:pt>
                <c:pt idx="103">
                  <c:v>2000-08</c:v>
                </c:pt>
                <c:pt idx="104">
                  <c:v>2000-09</c:v>
                </c:pt>
                <c:pt idx="105">
                  <c:v>2000-10</c:v>
                </c:pt>
                <c:pt idx="106">
                  <c:v>2000-11</c:v>
                </c:pt>
                <c:pt idx="107">
                  <c:v>2000-12</c:v>
                </c:pt>
                <c:pt idx="108">
                  <c:v>2001-01</c:v>
                </c:pt>
                <c:pt idx="109">
                  <c:v>2001-02</c:v>
                </c:pt>
                <c:pt idx="110">
                  <c:v>2001-03</c:v>
                </c:pt>
                <c:pt idx="111">
                  <c:v>2001-04</c:v>
                </c:pt>
                <c:pt idx="112">
                  <c:v>2001-05</c:v>
                </c:pt>
                <c:pt idx="113">
                  <c:v>2001-06</c:v>
                </c:pt>
                <c:pt idx="114">
                  <c:v>2001-07</c:v>
                </c:pt>
                <c:pt idx="115">
                  <c:v>2001-08</c:v>
                </c:pt>
                <c:pt idx="116">
                  <c:v>2001-09</c:v>
                </c:pt>
                <c:pt idx="117">
                  <c:v>2001-10</c:v>
                </c:pt>
                <c:pt idx="118">
                  <c:v>2001-11</c:v>
                </c:pt>
                <c:pt idx="119">
                  <c:v>2001-12</c:v>
                </c:pt>
                <c:pt idx="120">
                  <c:v>2002-01</c:v>
                </c:pt>
                <c:pt idx="121">
                  <c:v>2002-02</c:v>
                </c:pt>
                <c:pt idx="122">
                  <c:v>2002-03</c:v>
                </c:pt>
                <c:pt idx="123">
                  <c:v>2002-04</c:v>
                </c:pt>
                <c:pt idx="124">
                  <c:v>2002-05</c:v>
                </c:pt>
                <c:pt idx="125">
                  <c:v>2002-06</c:v>
                </c:pt>
                <c:pt idx="126">
                  <c:v>2002-07</c:v>
                </c:pt>
                <c:pt idx="127">
                  <c:v>2002-08</c:v>
                </c:pt>
                <c:pt idx="128">
                  <c:v>2002-09</c:v>
                </c:pt>
                <c:pt idx="129">
                  <c:v>2002-10</c:v>
                </c:pt>
                <c:pt idx="130">
                  <c:v>2002-11</c:v>
                </c:pt>
                <c:pt idx="131">
                  <c:v>2002-12</c:v>
                </c:pt>
                <c:pt idx="132">
                  <c:v>2003-01</c:v>
                </c:pt>
                <c:pt idx="133">
                  <c:v>2003-02</c:v>
                </c:pt>
                <c:pt idx="134">
                  <c:v>2003-03</c:v>
                </c:pt>
                <c:pt idx="135">
                  <c:v>2003-04</c:v>
                </c:pt>
                <c:pt idx="136">
                  <c:v>2003-05</c:v>
                </c:pt>
                <c:pt idx="137">
                  <c:v>2003-06</c:v>
                </c:pt>
                <c:pt idx="138">
                  <c:v>2003-07</c:v>
                </c:pt>
                <c:pt idx="139">
                  <c:v>2003-08</c:v>
                </c:pt>
                <c:pt idx="140">
                  <c:v>2003-09</c:v>
                </c:pt>
                <c:pt idx="141">
                  <c:v>2003-10</c:v>
                </c:pt>
                <c:pt idx="142">
                  <c:v>2003-11</c:v>
                </c:pt>
                <c:pt idx="143">
                  <c:v>2003-12</c:v>
                </c:pt>
                <c:pt idx="144">
                  <c:v>2004-01</c:v>
                </c:pt>
                <c:pt idx="145">
                  <c:v>2004-02</c:v>
                </c:pt>
                <c:pt idx="146">
                  <c:v>2004-03</c:v>
                </c:pt>
                <c:pt idx="147">
                  <c:v>2004-04</c:v>
                </c:pt>
                <c:pt idx="148">
                  <c:v>2004-05</c:v>
                </c:pt>
                <c:pt idx="149">
                  <c:v>2004-06</c:v>
                </c:pt>
                <c:pt idx="150">
                  <c:v>2004-07</c:v>
                </c:pt>
                <c:pt idx="151">
                  <c:v>2004-08</c:v>
                </c:pt>
                <c:pt idx="152">
                  <c:v>2004-09</c:v>
                </c:pt>
                <c:pt idx="153">
                  <c:v>2004-10</c:v>
                </c:pt>
                <c:pt idx="154">
                  <c:v>2004-11</c:v>
                </c:pt>
                <c:pt idx="155">
                  <c:v>2004-12</c:v>
                </c:pt>
                <c:pt idx="156">
                  <c:v>2005-01</c:v>
                </c:pt>
                <c:pt idx="157">
                  <c:v>2005-02</c:v>
                </c:pt>
                <c:pt idx="158">
                  <c:v>2005-03</c:v>
                </c:pt>
                <c:pt idx="159">
                  <c:v>2005-04</c:v>
                </c:pt>
                <c:pt idx="160">
                  <c:v>2005-05</c:v>
                </c:pt>
                <c:pt idx="161">
                  <c:v>2005-06</c:v>
                </c:pt>
                <c:pt idx="162">
                  <c:v>2005-07</c:v>
                </c:pt>
                <c:pt idx="163">
                  <c:v>2005-08</c:v>
                </c:pt>
                <c:pt idx="164">
                  <c:v>2005-09</c:v>
                </c:pt>
                <c:pt idx="165">
                  <c:v>2005-10</c:v>
                </c:pt>
                <c:pt idx="166">
                  <c:v>2005-11</c:v>
                </c:pt>
                <c:pt idx="167">
                  <c:v>2005-12</c:v>
                </c:pt>
                <c:pt idx="168">
                  <c:v>2006-01</c:v>
                </c:pt>
                <c:pt idx="169">
                  <c:v>2006-02</c:v>
                </c:pt>
                <c:pt idx="170">
                  <c:v>2006-03</c:v>
                </c:pt>
                <c:pt idx="171">
                  <c:v>2006-04</c:v>
                </c:pt>
                <c:pt idx="172">
                  <c:v>2006-05</c:v>
                </c:pt>
                <c:pt idx="173">
                  <c:v>2006-06</c:v>
                </c:pt>
                <c:pt idx="174">
                  <c:v>2006-07</c:v>
                </c:pt>
                <c:pt idx="175">
                  <c:v>2006-08</c:v>
                </c:pt>
                <c:pt idx="176">
                  <c:v>2006-09</c:v>
                </c:pt>
                <c:pt idx="177">
                  <c:v>2006-10</c:v>
                </c:pt>
                <c:pt idx="178">
                  <c:v>2006-11</c:v>
                </c:pt>
                <c:pt idx="179">
                  <c:v>2006-12</c:v>
                </c:pt>
                <c:pt idx="180">
                  <c:v>2007-01</c:v>
                </c:pt>
                <c:pt idx="181">
                  <c:v>2007-02</c:v>
                </c:pt>
                <c:pt idx="182">
                  <c:v>2007-03</c:v>
                </c:pt>
                <c:pt idx="183">
                  <c:v>2007-04</c:v>
                </c:pt>
                <c:pt idx="184">
                  <c:v>2007-05</c:v>
                </c:pt>
                <c:pt idx="185">
                  <c:v>2007-06</c:v>
                </c:pt>
                <c:pt idx="186">
                  <c:v>2007-07</c:v>
                </c:pt>
                <c:pt idx="187">
                  <c:v>2007-08</c:v>
                </c:pt>
                <c:pt idx="188">
                  <c:v>2007-09</c:v>
                </c:pt>
                <c:pt idx="189">
                  <c:v>2007-10</c:v>
                </c:pt>
                <c:pt idx="190">
                  <c:v>2007-11</c:v>
                </c:pt>
                <c:pt idx="191">
                  <c:v>2007-12</c:v>
                </c:pt>
                <c:pt idx="192">
                  <c:v>2008-01</c:v>
                </c:pt>
                <c:pt idx="193">
                  <c:v>2008-02</c:v>
                </c:pt>
                <c:pt idx="194">
                  <c:v>2008-03</c:v>
                </c:pt>
                <c:pt idx="195">
                  <c:v>2008-04</c:v>
                </c:pt>
                <c:pt idx="196">
                  <c:v>2008-05</c:v>
                </c:pt>
                <c:pt idx="197">
                  <c:v>2008-06</c:v>
                </c:pt>
                <c:pt idx="198">
                  <c:v>2008-07</c:v>
                </c:pt>
                <c:pt idx="199">
                  <c:v>2008-08</c:v>
                </c:pt>
                <c:pt idx="200">
                  <c:v>2008-09</c:v>
                </c:pt>
                <c:pt idx="201">
                  <c:v>2008-10</c:v>
                </c:pt>
                <c:pt idx="202">
                  <c:v>2008-11</c:v>
                </c:pt>
                <c:pt idx="203">
                  <c:v>2008-12</c:v>
                </c:pt>
                <c:pt idx="204">
                  <c:v>2009-01</c:v>
                </c:pt>
                <c:pt idx="205">
                  <c:v>2009-02</c:v>
                </c:pt>
                <c:pt idx="206">
                  <c:v>2009-03</c:v>
                </c:pt>
                <c:pt idx="207">
                  <c:v>2009-04</c:v>
                </c:pt>
                <c:pt idx="208">
                  <c:v>2009-05</c:v>
                </c:pt>
                <c:pt idx="209">
                  <c:v>2009-06</c:v>
                </c:pt>
                <c:pt idx="210">
                  <c:v>2009-07</c:v>
                </c:pt>
                <c:pt idx="211">
                  <c:v>2009-08</c:v>
                </c:pt>
                <c:pt idx="212">
                  <c:v>2009-09</c:v>
                </c:pt>
                <c:pt idx="213">
                  <c:v>2009-10</c:v>
                </c:pt>
                <c:pt idx="214">
                  <c:v>2009-11</c:v>
                </c:pt>
                <c:pt idx="215">
                  <c:v>2009-12</c:v>
                </c:pt>
                <c:pt idx="216">
                  <c:v>2010-01</c:v>
                </c:pt>
                <c:pt idx="217">
                  <c:v>2010-02</c:v>
                </c:pt>
                <c:pt idx="218">
                  <c:v>2010-03</c:v>
                </c:pt>
                <c:pt idx="219">
                  <c:v>2010-04</c:v>
                </c:pt>
                <c:pt idx="220">
                  <c:v>2010-05</c:v>
                </c:pt>
                <c:pt idx="221">
                  <c:v>2010-06</c:v>
                </c:pt>
                <c:pt idx="222">
                  <c:v>2010-07</c:v>
                </c:pt>
                <c:pt idx="223">
                  <c:v>2010-08</c:v>
                </c:pt>
                <c:pt idx="224">
                  <c:v>2010-09</c:v>
                </c:pt>
                <c:pt idx="225">
                  <c:v>2010-10</c:v>
                </c:pt>
                <c:pt idx="226">
                  <c:v>2010-11</c:v>
                </c:pt>
                <c:pt idx="227">
                  <c:v>2010-12</c:v>
                </c:pt>
                <c:pt idx="228">
                  <c:v>2011-01</c:v>
                </c:pt>
                <c:pt idx="229">
                  <c:v>2011-02</c:v>
                </c:pt>
                <c:pt idx="230">
                  <c:v>2011-03</c:v>
                </c:pt>
                <c:pt idx="231">
                  <c:v>2011-04</c:v>
                </c:pt>
                <c:pt idx="232">
                  <c:v>2011-05</c:v>
                </c:pt>
                <c:pt idx="233">
                  <c:v>2011-06</c:v>
                </c:pt>
                <c:pt idx="234">
                  <c:v>2011-07</c:v>
                </c:pt>
                <c:pt idx="235">
                  <c:v>2011-08</c:v>
                </c:pt>
                <c:pt idx="236">
                  <c:v>2011-09</c:v>
                </c:pt>
                <c:pt idx="237">
                  <c:v>2011-10</c:v>
                </c:pt>
                <c:pt idx="238">
                  <c:v>2011-11</c:v>
                </c:pt>
                <c:pt idx="239">
                  <c:v>2011-12</c:v>
                </c:pt>
                <c:pt idx="240">
                  <c:v>2012-01</c:v>
                </c:pt>
                <c:pt idx="241">
                  <c:v>2012-02</c:v>
                </c:pt>
                <c:pt idx="242">
                  <c:v>2012-03</c:v>
                </c:pt>
                <c:pt idx="243">
                  <c:v>2012-04</c:v>
                </c:pt>
                <c:pt idx="244">
                  <c:v>2012-05</c:v>
                </c:pt>
                <c:pt idx="245">
                  <c:v>2012-06</c:v>
                </c:pt>
                <c:pt idx="246">
                  <c:v>2012-07</c:v>
                </c:pt>
                <c:pt idx="247">
                  <c:v>2012-08</c:v>
                </c:pt>
                <c:pt idx="248">
                  <c:v>2012-09</c:v>
                </c:pt>
                <c:pt idx="249">
                  <c:v>2012-10</c:v>
                </c:pt>
                <c:pt idx="250">
                  <c:v>2012-11</c:v>
                </c:pt>
                <c:pt idx="251">
                  <c:v>2012-12</c:v>
                </c:pt>
                <c:pt idx="252">
                  <c:v>2013-01</c:v>
                </c:pt>
                <c:pt idx="253">
                  <c:v>2013-02</c:v>
                </c:pt>
                <c:pt idx="254">
                  <c:v>2013-03</c:v>
                </c:pt>
                <c:pt idx="255">
                  <c:v>2013-04</c:v>
                </c:pt>
                <c:pt idx="256">
                  <c:v>2013-05</c:v>
                </c:pt>
                <c:pt idx="257">
                  <c:v>2013-06</c:v>
                </c:pt>
                <c:pt idx="258">
                  <c:v>2013-07</c:v>
                </c:pt>
                <c:pt idx="259">
                  <c:v>2013-08</c:v>
                </c:pt>
                <c:pt idx="260">
                  <c:v>2013-09</c:v>
                </c:pt>
                <c:pt idx="261">
                  <c:v>2013-10</c:v>
                </c:pt>
                <c:pt idx="262">
                  <c:v>2013-11</c:v>
                </c:pt>
                <c:pt idx="263">
                  <c:v>2013-12</c:v>
                </c:pt>
                <c:pt idx="264">
                  <c:v>2014-01</c:v>
                </c:pt>
                <c:pt idx="265">
                  <c:v>2014-02</c:v>
                </c:pt>
                <c:pt idx="266">
                  <c:v>2014-03</c:v>
                </c:pt>
                <c:pt idx="267">
                  <c:v>2014-04</c:v>
                </c:pt>
                <c:pt idx="268">
                  <c:v>2014-05</c:v>
                </c:pt>
                <c:pt idx="269">
                  <c:v>2014-06</c:v>
                </c:pt>
                <c:pt idx="270">
                  <c:v>2014-07</c:v>
                </c:pt>
                <c:pt idx="271">
                  <c:v>2014-08</c:v>
                </c:pt>
                <c:pt idx="272">
                  <c:v>2014-09</c:v>
                </c:pt>
                <c:pt idx="273">
                  <c:v>2014-10</c:v>
                </c:pt>
                <c:pt idx="274">
                  <c:v>2014-11</c:v>
                </c:pt>
                <c:pt idx="275">
                  <c:v>2014-12</c:v>
                </c:pt>
                <c:pt idx="276">
                  <c:v>2015-01</c:v>
                </c:pt>
                <c:pt idx="277">
                  <c:v>2015-02</c:v>
                </c:pt>
                <c:pt idx="278">
                  <c:v>2015-03</c:v>
                </c:pt>
                <c:pt idx="279">
                  <c:v>2015-04</c:v>
                </c:pt>
                <c:pt idx="280">
                  <c:v>2015-05</c:v>
                </c:pt>
                <c:pt idx="281">
                  <c:v>2015-06</c:v>
                </c:pt>
                <c:pt idx="282">
                  <c:v>2015-07</c:v>
                </c:pt>
                <c:pt idx="283">
                  <c:v>2015-08</c:v>
                </c:pt>
                <c:pt idx="284">
                  <c:v>2015-09</c:v>
                </c:pt>
                <c:pt idx="285">
                  <c:v>2015-10</c:v>
                </c:pt>
                <c:pt idx="286">
                  <c:v>2015-11</c:v>
                </c:pt>
                <c:pt idx="287">
                  <c:v>2015-12</c:v>
                </c:pt>
                <c:pt idx="288">
                  <c:v>2016-01</c:v>
                </c:pt>
                <c:pt idx="289">
                  <c:v>2016-02</c:v>
                </c:pt>
                <c:pt idx="290">
                  <c:v>2016-03</c:v>
                </c:pt>
                <c:pt idx="291">
                  <c:v>2016-04</c:v>
                </c:pt>
                <c:pt idx="292">
                  <c:v>2016-05</c:v>
                </c:pt>
                <c:pt idx="293">
                  <c:v>2016-06</c:v>
                </c:pt>
                <c:pt idx="294">
                  <c:v>2016-07</c:v>
                </c:pt>
                <c:pt idx="295">
                  <c:v>2016-08</c:v>
                </c:pt>
                <c:pt idx="296">
                  <c:v>2016-09</c:v>
                </c:pt>
                <c:pt idx="297">
                  <c:v>2016-10</c:v>
                </c:pt>
                <c:pt idx="298">
                  <c:v>2016-11</c:v>
                </c:pt>
                <c:pt idx="299">
                  <c:v>2016-12</c:v>
                </c:pt>
                <c:pt idx="300">
                  <c:v>2017-01</c:v>
                </c:pt>
                <c:pt idx="301">
                  <c:v>2017-02</c:v>
                </c:pt>
                <c:pt idx="302">
                  <c:v>2017-03</c:v>
                </c:pt>
                <c:pt idx="303">
                  <c:v>2017-04</c:v>
                </c:pt>
                <c:pt idx="304">
                  <c:v>2017-05</c:v>
                </c:pt>
                <c:pt idx="305">
                  <c:v>2017-06</c:v>
                </c:pt>
                <c:pt idx="306">
                  <c:v>2017-07</c:v>
                </c:pt>
                <c:pt idx="307">
                  <c:v>2017-08</c:v>
                </c:pt>
                <c:pt idx="308">
                  <c:v>2017-09</c:v>
                </c:pt>
                <c:pt idx="309">
                  <c:v>2017-10</c:v>
                </c:pt>
                <c:pt idx="310">
                  <c:v>2017-11</c:v>
                </c:pt>
                <c:pt idx="311">
                  <c:v>2017-12</c:v>
                </c:pt>
                <c:pt idx="312">
                  <c:v>2018-01</c:v>
                </c:pt>
                <c:pt idx="313">
                  <c:v>2018-02</c:v>
                </c:pt>
                <c:pt idx="314">
                  <c:v>2018-03</c:v>
                </c:pt>
                <c:pt idx="315">
                  <c:v>2018-04</c:v>
                </c:pt>
                <c:pt idx="316">
                  <c:v>2018-05</c:v>
                </c:pt>
                <c:pt idx="317">
                  <c:v>2018-06</c:v>
                </c:pt>
                <c:pt idx="318">
                  <c:v>2018-07</c:v>
                </c:pt>
                <c:pt idx="319">
                  <c:v>2018-08</c:v>
                </c:pt>
                <c:pt idx="320">
                  <c:v>2018-09</c:v>
                </c:pt>
                <c:pt idx="321">
                  <c:v>2018-10</c:v>
                </c:pt>
                <c:pt idx="322">
                  <c:v>2018-11</c:v>
                </c:pt>
                <c:pt idx="323">
                  <c:v>2018-12</c:v>
                </c:pt>
                <c:pt idx="324">
                  <c:v>2019-01</c:v>
                </c:pt>
                <c:pt idx="325">
                  <c:v>2019-02</c:v>
                </c:pt>
                <c:pt idx="326">
                  <c:v>2019-03</c:v>
                </c:pt>
                <c:pt idx="327">
                  <c:v>2019-04</c:v>
                </c:pt>
                <c:pt idx="328">
                  <c:v>2019-05</c:v>
                </c:pt>
                <c:pt idx="329">
                  <c:v>2019-06</c:v>
                </c:pt>
                <c:pt idx="330">
                  <c:v>2019-07</c:v>
                </c:pt>
                <c:pt idx="331">
                  <c:v>2019-08</c:v>
                </c:pt>
                <c:pt idx="332">
                  <c:v>2019-09</c:v>
                </c:pt>
                <c:pt idx="333">
                  <c:v>2019-10</c:v>
                </c:pt>
                <c:pt idx="334">
                  <c:v>2019-11</c:v>
                </c:pt>
                <c:pt idx="335">
                  <c:v>2019-12</c:v>
                </c:pt>
                <c:pt idx="336">
                  <c:v>2020-01</c:v>
                </c:pt>
                <c:pt idx="337">
                  <c:v>2020-02</c:v>
                </c:pt>
                <c:pt idx="338">
                  <c:v>2020-03</c:v>
                </c:pt>
                <c:pt idx="339">
                  <c:v>2020-04</c:v>
                </c:pt>
                <c:pt idx="340">
                  <c:v>2020-05</c:v>
                </c:pt>
                <c:pt idx="341">
                  <c:v>2020-06</c:v>
                </c:pt>
                <c:pt idx="342">
                  <c:v>2020-07</c:v>
                </c:pt>
                <c:pt idx="343">
                  <c:v>2020-08</c:v>
                </c:pt>
                <c:pt idx="344">
                  <c:v>2020-09</c:v>
                </c:pt>
                <c:pt idx="345">
                  <c:v>2020-10</c:v>
                </c:pt>
                <c:pt idx="346">
                  <c:v>2020-11</c:v>
                </c:pt>
                <c:pt idx="347">
                  <c:v>2020-12</c:v>
                </c:pt>
                <c:pt idx="348">
                  <c:v>2021-01</c:v>
                </c:pt>
                <c:pt idx="349">
                  <c:v>2021-02</c:v>
                </c:pt>
                <c:pt idx="350">
                  <c:v>2021-03</c:v>
                </c:pt>
                <c:pt idx="351">
                  <c:v>2021-04</c:v>
                </c:pt>
                <c:pt idx="352">
                  <c:v>2021-05</c:v>
                </c:pt>
                <c:pt idx="353">
                  <c:v>2021-06</c:v>
                </c:pt>
                <c:pt idx="354">
                  <c:v>2021-07</c:v>
                </c:pt>
                <c:pt idx="355">
                  <c:v>2021-08</c:v>
                </c:pt>
                <c:pt idx="356">
                  <c:v>2021-09</c:v>
                </c:pt>
                <c:pt idx="357">
                  <c:v>2021-10</c:v>
                </c:pt>
                <c:pt idx="358">
                  <c:v>2021-11</c:v>
                </c:pt>
                <c:pt idx="359">
                  <c:v>2021-12</c:v>
                </c:pt>
                <c:pt idx="360">
                  <c:v>2022-01</c:v>
                </c:pt>
                <c:pt idx="361">
                  <c:v>2022-02</c:v>
                </c:pt>
                <c:pt idx="362">
                  <c:v>2022-03</c:v>
                </c:pt>
                <c:pt idx="363">
                  <c:v>2022-04</c:v>
                </c:pt>
                <c:pt idx="364">
                  <c:v>2022-05</c:v>
                </c:pt>
                <c:pt idx="365">
                  <c:v>2022-06</c:v>
                </c:pt>
                <c:pt idx="366">
                  <c:v>2022-07</c:v>
                </c:pt>
                <c:pt idx="367">
                  <c:v>2022-08</c:v>
                </c:pt>
                <c:pt idx="368">
                  <c:v>2022-09</c:v>
                </c:pt>
                <c:pt idx="369">
                  <c:v>2022-10</c:v>
                </c:pt>
                <c:pt idx="370">
                  <c:v>2022-11</c:v>
                </c:pt>
                <c:pt idx="371">
                  <c:v>2022-12</c:v>
                </c:pt>
                <c:pt idx="372">
                  <c:v>2023-01</c:v>
                </c:pt>
                <c:pt idx="373">
                  <c:v>2023-02</c:v>
                </c:pt>
                <c:pt idx="374">
                  <c:v>2023-03</c:v>
                </c:pt>
                <c:pt idx="375">
                  <c:v>2023-04</c:v>
                </c:pt>
                <c:pt idx="376">
                  <c:v>2023-05</c:v>
                </c:pt>
                <c:pt idx="377">
                  <c:v>2023-06</c:v>
                </c:pt>
                <c:pt idx="378">
                  <c:v>2023-07</c:v>
                </c:pt>
                <c:pt idx="379">
                  <c:v>2023-08</c:v>
                </c:pt>
                <c:pt idx="380">
                  <c:v>2023-09</c:v>
                </c:pt>
                <c:pt idx="381">
                  <c:v>2023-10</c:v>
                </c:pt>
                <c:pt idx="382">
                  <c:v>2023-11</c:v>
                </c:pt>
                <c:pt idx="383">
                  <c:v>2023-12</c:v>
                </c:pt>
                <c:pt idx="384">
                  <c:v>2024-01</c:v>
                </c:pt>
                <c:pt idx="385">
                  <c:v>2024-02</c:v>
                </c:pt>
                <c:pt idx="386">
                  <c:v>2024-03</c:v>
                </c:pt>
                <c:pt idx="387">
                  <c:v>2024-04</c:v>
                </c:pt>
                <c:pt idx="388">
                  <c:v>2024-05</c:v>
                </c:pt>
                <c:pt idx="389">
                  <c:v>2024-06</c:v>
                </c:pt>
                <c:pt idx="390">
                  <c:v>2024-07</c:v>
                </c:pt>
                <c:pt idx="391">
                  <c:v>2024-08</c:v>
                </c:pt>
                <c:pt idx="392">
                  <c:v>2024-09</c:v>
                </c:pt>
                <c:pt idx="393">
                  <c:v>2024-10</c:v>
                </c:pt>
                <c:pt idx="394">
                  <c:v>2024-11</c:v>
                </c:pt>
                <c:pt idx="395">
                  <c:v>2024-12</c:v>
                </c:pt>
                <c:pt idx="396">
                  <c:v>2025-01</c:v>
                </c:pt>
                <c:pt idx="397">
                  <c:v>2025-02</c:v>
                </c:pt>
                <c:pt idx="398">
                  <c:v>2025-03</c:v>
                </c:pt>
                <c:pt idx="399">
                  <c:v>2025-04</c:v>
                </c:pt>
                <c:pt idx="400">
                  <c:v>2025-05</c:v>
                </c:pt>
                <c:pt idx="401">
                  <c:v>2025-06</c:v>
                </c:pt>
                <c:pt idx="402">
                  <c:v>2025-07</c:v>
                </c:pt>
                <c:pt idx="403">
                  <c:v>2025-08</c:v>
                </c:pt>
                <c:pt idx="404">
                  <c:v>2025-09</c:v>
                </c:pt>
                <c:pt idx="405">
                  <c:v>2025-10</c:v>
                </c:pt>
                <c:pt idx="406">
                  <c:v>2025-11</c:v>
                </c:pt>
                <c:pt idx="407">
                  <c:v>2025-12</c:v>
                </c:pt>
                <c:pt idx="408">
                  <c:v>2026-01</c:v>
                </c:pt>
                <c:pt idx="409">
                  <c:v>2026-02</c:v>
                </c:pt>
                <c:pt idx="410">
                  <c:v>2026-03</c:v>
                </c:pt>
                <c:pt idx="411">
                  <c:v>2026-04</c:v>
                </c:pt>
                <c:pt idx="412">
                  <c:v>2026-05</c:v>
                </c:pt>
                <c:pt idx="413">
                  <c:v>2026-06</c:v>
                </c:pt>
                <c:pt idx="414">
                  <c:v>2026-07</c:v>
                </c:pt>
              </c:strCache>
            </c:strRef>
          </c:cat>
          <c:val>
            <c:numRef>
              <c:f>Sheet1!$B$2:$B$416</c:f>
              <c:numCache>
                <c:formatCode>General</c:formatCode>
                <c:ptCount val="415"/>
                <c:pt idx="0">
                  <c:v>175.3</c:v>
                </c:pt>
                <c:pt idx="1">
                  <c:v>162.5</c:v>
                </c:pt>
                <c:pt idx="2">
                  <c:v>165.4</c:v>
                </c:pt>
                <c:pt idx="3">
                  <c:v>192.9</c:v>
                </c:pt>
                <c:pt idx="4">
                  <c:v>211.2</c:v>
                </c:pt>
                <c:pt idx="5">
                  <c:v>201.6</c:v>
                </c:pt>
                <c:pt idx="6">
                  <c:v>206.4</c:v>
                </c:pt>
                <c:pt idx="7">
                  <c:v>221.1</c:v>
                </c:pt>
                <c:pt idx="8">
                  <c:v>221.0</c:v>
                </c:pt>
                <c:pt idx="9">
                  <c:v>200.8</c:v>
                </c:pt>
                <c:pt idx="10">
                  <c:v>203.6</c:v>
                </c:pt>
                <c:pt idx="11">
                  <c:v>235.1</c:v>
                </c:pt>
                <c:pt idx="12">
                  <c:v>239.5</c:v>
                </c:pt>
                <c:pt idx="13">
                  <c:v>203.6</c:v>
                </c:pt>
                <c:pt idx="14">
                  <c:v>190.5</c:v>
                </c:pt>
                <c:pt idx="15">
                  <c:v>177.7</c:v>
                </c:pt>
                <c:pt idx="16">
                  <c:v>172.9</c:v>
                </c:pt>
                <c:pt idx="17">
                  <c:v>166.7</c:v>
                </c:pt>
                <c:pt idx="18">
                  <c:v>165.2</c:v>
                </c:pt>
                <c:pt idx="19">
                  <c:v>166.6</c:v>
                </c:pt>
                <c:pt idx="20">
                  <c:v>180.0</c:v>
                </c:pt>
                <c:pt idx="21">
                  <c:v>196.5</c:v>
                </c:pt>
                <c:pt idx="22">
                  <c:v>182.2</c:v>
                </c:pt>
                <c:pt idx="23">
                  <c:v>186.3</c:v>
                </c:pt>
                <c:pt idx="24">
                  <c:v>164.5</c:v>
                </c:pt>
                <c:pt idx="25">
                  <c:v>173.6</c:v>
                </c:pt>
                <c:pt idx="26">
                  <c:v>186.5</c:v>
                </c:pt>
                <c:pt idx="27">
                  <c:v>186.3</c:v>
                </c:pt>
                <c:pt idx="28">
                  <c:v>184.0</c:v>
                </c:pt>
                <c:pt idx="29">
                  <c:v>196.7</c:v>
                </c:pt>
                <c:pt idx="30">
                  <c:v>181.8</c:v>
                </c:pt>
                <c:pt idx="31">
                  <c:v>183.8</c:v>
                </c:pt>
                <c:pt idx="32">
                  <c:v>201.2</c:v>
                </c:pt>
                <c:pt idx="33">
                  <c:v>190.8</c:v>
                </c:pt>
                <c:pt idx="34">
                  <c:v>178.3</c:v>
                </c:pt>
                <c:pt idx="35">
                  <c:v>172.4</c:v>
                </c:pt>
                <c:pt idx="36">
                  <c:v>163.6</c:v>
                </c:pt>
                <c:pt idx="37">
                  <c:v>169.0</c:v>
                </c:pt>
                <c:pt idx="38">
                  <c:v>172.1</c:v>
                </c:pt>
                <c:pt idx="39">
                  <c:v>168.0</c:v>
                </c:pt>
                <c:pt idx="40">
                  <c:v>164.4</c:v>
                </c:pt>
                <c:pt idx="41">
                  <c:v>145.5</c:v>
                </c:pt>
                <c:pt idx="42">
                  <c:v>143.4</c:v>
                </c:pt>
                <c:pt idx="43">
                  <c:v>150.4</c:v>
                </c:pt>
                <c:pt idx="44">
                  <c:v>163.4</c:v>
                </c:pt>
                <c:pt idx="45">
                  <c:v>176.9</c:v>
                </c:pt>
                <c:pt idx="46">
                  <c:v>173.6</c:v>
                </c:pt>
                <c:pt idx="47">
                  <c:v>179.7</c:v>
                </c:pt>
                <c:pt idx="48">
                  <c:v>174.4</c:v>
                </c:pt>
                <c:pt idx="49">
                  <c:v>177.0</c:v>
                </c:pt>
                <c:pt idx="50">
                  <c:v>168.7</c:v>
                </c:pt>
                <c:pt idx="51">
                  <c:v>172.4</c:v>
                </c:pt>
                <c:pt idx="52">
                  <c:v>176.1</c:v>
                </c:pt>
                <c:pt idx="53">
                  <c:v>171.2</c:v>
                </c:pt>
                <c:pt idx="54">
                  <c:v>160.2</c:v>
                </c:pt>
                <c:pt idx="55">
                  <c:v>168.0</c:v>
                </c:pt>
                <c:pt idx="56">
                  <c:v>187.4</c:v>
                </c:pt>
                <c:pt idx="57">
                  <c:v>183.5</c:v>
                </c:pt>
                <c:pt idx="58">
                  <c:v>189.4</c:v>
                </c:pt>
                <c:pt idx="59">
                  <c:v>197.7</c:v>
                </c:pt>
                <c:pt idx="60">
                  <c:v>189.4</c:v>
                </c:pt>
                <c:pt idx="61">
                  <c:v>193.6</c:v>
                </c:pt>
                <c:pt idx="62">
                  <c:v>213.2</c:v>
                </c:pt>
                <c:pt idx="63">
                  <c:v>240.3</c:v>
                </c:pt>
                <c:pt idx="64">
                  <c:v>252.8</c:v>
                </c:pt>
                <c:pt idx="65">
                  <c:v>224.8</c:v>
                </c:pt>
                <c:pt idx="66">
                  <c:v>244.8</c:v>
                </c:pt>
                <c:pt idx="67">
                  <c:v>257.8</c:v>
                </c:pt>
                <c:pt idx="68">
                  <c:v>247.5</c:v>
                </c:pt>
                <c:pt idx="69">
                  <c:v>252.5</c:v>
                </c:pt>
                <c:pt idx="70">
                  <c:v>264.7</c:v>
                </c:pt>
                <c:pt idx="71">
                  <c:v>265.1</c:v>
                </c:pt>
                <c:pt idx="72">
                  <c:v>317.4</c:v>
                </c:pt>
                <c:pt idx="73">
                  <c:v>329.1</c:v>
                </c:pt>
                <c:pt idx="74">
                  <c:v>261.5</c:v>
                </c:pt>
                <c:pt idx="75">
                  <c:v>234.1</c:v>
                </c:pt>
                <c:pt idx="76">
                  <c:v>190.3</c:v>
                </c:pt>
                <c:pt idx="77">
                  <c:v>218.1</c:v>
                </c:pt>
                <c:pt idx="78">
                  <c:v>226.2</c:v>
                </c:pt>
                <c:pt idx="79">
                  <c:v>237.8</c:v>
                </c:pt>
                <c:pt idx="80">
                  <c:v>225.2</c:v>
                </c:pt>
                <c:pt idx="81">
                  <c:v>209.8</c:v>
                </c:pt>
                <c:pt idx="82">
                  <c:v>206.8</c:v>
                </c:pt>
                <c:pt idx="83">
                  <c:v>206.5</c:v>
                </c:pt>
                <c:pt idx="84">
                  <c:v>225.0</c:v>
                </c:pt>
                <c:pt idx="85">
                  <c:v>225.2</c:v>
                </c:pt>
                <c:pt idx="86">
                  <c:v>231.8</c:v>
                </c:pt>
                <c:pt idx="87">
                  <c:v>236.8</c:v>
                </c:pt>
                <c:pt idx="88">
                  <c:v>222.0</c:v>
                </c:pt>
                <c:pt idx="89">
                  <c:v>207.2</c:v>
                </c:pt>
                <c:pt idx="90">
                  <c:v>205.6</c:v>
                </c:pt>
                <c:pt idx="91">
                  <c:v>209.0</c:v>
                </c:pt>
                <c:pt idx="92">
                  <c:v>239.0</c:v>
                </c:pt>
                <c:pt idx="93">
                  <c:v>280.0</c:v>
                </c:pt>
                <c:pt idx="94">
                  <c:v>278.0</c:v>
                </c:pt>
                <c:pt idx="95">
                  <c:v>228.7</c:v>
                </c:pt>
                <c:pt idx="96">
                  <c:v>228.0</c:v>
                </c:pt>
                <c:pt idx="97">
                  <c:v>234.2</c:v>
                </c:pt>
                <c:pt idx="98">
                  <c:v>253.1</c:v>
                </c:pt>
                <c:pt idx="99">
                  <c:v>249.4</c:v>
                </c:pt>
                <c:pt idx="100">
                  <c:v>252.0</c:v>
                </c:pt>
                <c:pt idx="101">
                  <c:v>240.6</c:v>
                </c:pt>
                <c:pt idx="102">
                  <c:v>247.0</c:v>
                </c:pt>
                <c:pt idx="103">
                  <c:v>261.4</c:v>
                </c:pt>
                <c:pt idx="104">
                  <c:v>262.4</c:v>
                </c:pt>
                <c:pt idx="105">
                  <c:v>253.0</c:v>
                </c:pt>
                <c:pt idx="106">
                  <c:v>250.8</c:v>
                </c:pt>
                <c:pt idx="107">
                  <c:v>245.4</c:v>
                </c:pt>
                <c:pt idx="108">
                  <c:v>236.1</c:v>
                </c:pt>
                <c:pt idx="109">
                  <c:v>230.0</c:v>
                </c:pt>
                <c:pt idx="110">
                  <c:v>224.8</c:v>
                </c:pt>
                <c:pt idx="111">
                  <c:v>212.4</c:v>
                </c:pt>
                <c:pt idx="112">
                  <c:v>195.6</c:v>
                </c:pt>
                <c:pt idx="113">
                  <c:v>191.0</c:v>
                </c:pt>
                <c:pt idx="114">
                  <c:v>196.1</c:v>
                </c:pt>
                <c:pt idx="115">
                  <c:v>197.7</c:v>
                </c:pt>
                <c:pt idx="116">
                  <c:v>190.9</c:v>
                </c:pt>
                <c:pt idx="117">
                  <c:v>177.3</c:v>
                </c:pt>
                <c:pt idx="118">
                  <c:v>162.1</c:v>
                </c:pt>
                <c:pt idx="119">
                  <c:v>163.6</c:v>
                </c:pt>
                <c:pt idx="120">
                  <c:v>172.9</c:v>
                </c:pt>
                <c:pt idx="121">
                  <c:v>169.9</c:v>
                </c:pt>
                <c:pt idx="122">
                  <c:v>195.2</c:v>
                </c:pt>
                <c:pt idx="123">
                  <c:v>185.6</c:v>
                </c:pt>
                <c:pt idx="124">
                  <c:v>164.1</c:v>
                </c:pt>
                <c:pt idx="125">
                  <c:v>168.5</c:v>
                </c:pt>
                <c:pt idx="126">
                  <c:v>175.4</c:v>
                </c:pt>
                <c:pt idx="127">
                  <c:v>181.9</c:v>
                </c:pt>
                <c:pt idx="128">
                  <c:v>193.4</c:v>
                </c:pt>
                <c:pt idx="129">
                  <c:v>181.1</c:v>
                </c:pt>
                <c:pt idx="130">
                  <c:v>178.5</c:v>
                </c:pt>
                <c:pt idx="131">
                  <c:v>183.7</c:v>
                </c:pt>
                <c:pt idx="132">
                  <c:v>182.4</c:v>
                </c:pt>
                <c:pt idx="133">
                  <c:v>192.2</c:v>
                </c:pt>
                <c:pt idx="134">
                  <c:v>192.2</c:v>
                </c:pt>
                <c:pt idx="135">
                  <c:v>188.5</c:v>
                </c:pt>
                <c:pt idx="136">
                  <c:v>182.1</c:v>
                </c:pt>
                <c:pt idx="137">
                  <c:v>197.0</c:v>
                </c:pt>
                <c:pt idx="138">
                  <c:v>204.5</c:v>
                </c:pt>
                <c:pt idx="139">
                  <c:v>192.0</c:v>
                </c:pt>
                <c:pt idx="140">
                  <c:v>195.4</c:v>
                </c:pt>
                <c:pt idx="141">
                  <c:v>200.5</c:v>
                </c:pt>
                <c:pt idx="142">
                  <c:v>200.0</c:v>
                </c:pt>
                <c:pt idx="143">
                  <c:v>205.2</c:v>
                </c:pt>
                <c:pt idx="144">
                  <c:v>202.8</c:v>
                </c:pt>
                <c:pt idx="145">
                  <c:v>198.1</c:v>
                </c:pt>
                <c:pt idx="146">
                  <c:v>191.8</c:v>
                </c:pt>
                <c:pt idx="147">
                  <c:v>178.0</c:v>
                </c:pt>
                <c:pt idx="148">
                  <c:v>186.6</c:v>
                </c:pt>
                <c:pt idx="149">
                  <c:v>186.6</c:v>
                </c:pt>
                <c:pt idx="150">
                  <c:v>190.7</c:v>
                </c:pt>
                <c:pt idx="151">
                  <c:v>206.4</c:v>
                </c:pt>
                <c:pt idx="152">
                  <c:v>240.7</c:v>
                </c:pt>
                <c:pt idx="153">
                  <c:v>201.8</c:v>
                </c:pt>
                <c:pt idx="154">
                  <c:v>192.5</c:v>
                </c:pt>
                <c:pt idx="155">
                  <c:v>201.8</c:v>
                </c:pt>
                <c:pt idx="156">
                  <c:v>236.7</c:v>
                </c:pt>
                <c:pt idx="157">
                  <c:v>258.1</c:v>
                </c:pt>
                <c:pt idx="158">
                  <c:v>241.5</c:v>
                </c:pt>
                <c:pt idx="159">
                  <c:v>190.7</c:v>
                </c:pt>
                <c:pt idx="160">
                  <c:v>200.3</c:v>
                </c:pt>
                <c:pt idx="161">
                  <c:v>223.4</c:v>
                </c:pt>
                <c:pt idx="162">
                  <c:v>201.4</c:v>
                </c:pt>
                <c:pt idx="163">
                  <c:v>211.8</c:v>
                </c:pt>
                <c:pt idx="164">
                  <c:v>224.4</c:v>
                </c:pt>
                <c:pt idx="165">
                  <c:v>211.6</c:v>
                </c:pt>
                <c:pt idx="166">
                  <c:v>194.8</c:v>
                </c:pt>
                <c:pt idx="167">
                  <c:v>201.9</c:v>
                </c:pt>
                <c:pt idx="168">
                  <c:v>225.0</c:v>
                </c:pt>
                <c:pt idx="169">
                  <c:v>278.9</c:v>
                </c:pt>
                <c:pt idx="170">
                  <c:v>259.7</c:v>
                </c:pt>
                <c:pt idx="171">
                  <c:v>230.4</c:v>
                </c:pt>
                <c:pt idx="172">
                  <c:v>238.3</c:v>
                </c:pt>
                <c:pt idx="173">
                  <c:v>250.1</c:v>
                </c:pt>
                <c:pt idx="174">
                  <c:v>263.8</c:v>
                </c:pt>
                <c:pt idx="175">
                  <c:v>247.2</c:v>
                </c:pt>
                <c:pt idx="176">
                  <c:v>229.8</c:v>
                </c:pt>
                <c:pt idx="177">
                  <c:v>224.3</c:v>
                </c:pt>
                <c:pt idx="178">
                  <c:v>213.2</c:v>
                </c:pt>
                <c:pt idx="179">
                  <c:v>239.6</c:v>
                </c:pt>
                <c:pt idx="180">
                  <c:v>249.7</c:v>
                </c:pt>
                <c:pt idx="181">
                  <c:v>212.5</c:v>
                </c:pt>
                <c:pt idx="182">
                  <c:v>203.3</c:v>
                </c:pt>
                <c:pt idx="183">
                  <c:v>192.0</c:v>
                </c:pt>
                <c:pt idx="184">
                  <c:v>190.0</c:v>
                </c:pt>
                <c:pt idx="185">
                  <c:v>202.0</c:v>
                </c:pt>
                <c:pt idx="186">
                  <c:v>211.9</c:v>
                </c:pt>
                <c:pt idx="187">
                  <c:v>210.4</c:v>
                </c:pt>
                <c:pt idx="188">
                  <c:v>231.2</c:v>
                </c:pt>
                <c:pt idx="189">
                  <c:v>224.3</c:v>
                </c:pt>
                <c:pt idx="190">
                  <c:v>209.6</c:v>
                </c:pt>
                <c:pt idx="191">
                  <c:v>206.0</c:v>
                </c:pt>
                <c:pt idx="192">
                  <c:v>229.7</c:v>
                </c:pt>
                <c:pt idx="193">
                  <c:v>264.7</c:v>
                </c:pt>
                <c:pt idx="194">
                  <c:v>246.3</c:v>
                </c:pt>
                <c:pt idx="195">
                  <c:v>260.9</c:v>
                </c:pt>
                <c:pt idx="196">
                  <c:v>265.1</c:v>
                </c:pt>
                <c:pt idx="197">
                  <c:v>284.5</c:v>
                </c:pt>
                <c:pt idx="198">
                  <c:v>287.5</c:v>
                </c:pt>
                <c:pt idx="199">
                  <c:v>321.9</c:v>
                </c:pt>
                <c:pt idx="200">
                  <c:v>321.6</c:v>
                </c:pt>
                <c:pt idx="201">
                  <c:v>282.4</c:v>
                </c:pt>
                <c:pt idx="202">
                  <c:v>241.0</c:v>
                </c:pt>
                <c:pt idx="203">
                  <c:v>228.5</c:v>
                </c:pt>
                <c:pt idx="204">
                  <c:v>261.6</c:v>
                </c:pt>
                <c:pt idx="205">
                  <c:v>270.0</c:v>
                </c:pt>
                <c:pt idx="206">
                  <c:v>262.9</c:v>
                </c:pt>
                <c:pt idx="207">
                  <c:v>277.4</c:v>
                </c:pt>
                <c:pt idx="208">
                  <c:v>288.0</c:v>
                </c:pt>
                <c:pt idx="209">
                  <c:v>287.1</c:v>
                </c:pt>
                <c:pt idx="210">
                  <c:v>337.6</c:v>
                </c:pt>
                <c:pt idx="211">
                  <c:v>328.4</c:v>
                </c:pt>
                <c:pt idx="212">
                  <c:v>374.4</c:v>
                </c:pt>
                <c:pt idx="213">
                  <c:v>344.8</c:v>
                </c:pt>
                <c:pt idx="214">
                  <c:v>361.0</c:v>
                </c:pt>
                <c:pt idx="215">
                  <c:v>374.2</c:v>
                </c:pt>
                <c:pt idx="216">
                  <c:v>338.7</c:v>
                </c:pt>
                <c:pt idx="217">
                  <c:v>332.4</c:v>
                </c:pt>
                <c:pt idx="218">
                  <c:v>332.6</c:v>
                </c:pt>
                <c:pt idx="219">
                  <c:v>313.6</c:v>
                </c:pt>
                <c:pt idx="220">
                  <c:v>286.1</c:v>
                </c:pt>
                <c:pt idx="221">
                  <c:v>262.4</c:v>
                </c:pt>
                <c:pt idx="222">
                  <c:v>259.2</c:v>
                </c:pt>
                <c:pt idx="223">
                  <c:v>315.1</c:v>
                </c:pt>
                <c:pt idx="224">
                  <c:v>337.2</c:v>
                </c:pt>
                <c:pt idx="225">
                  <c:v>339.9</c:v>
                </c:pt>
                <c:pt idx="226">
                  <c:v>331.7</c:v>
                </c:pt>
                <c:pt idx="227">
                  <c:v>352.1</c:v>
                </c:pt>
                <c:pt idx="228">
                  <c:v>368.1</c:v>
                </c:pt>
                <c:pt idx="229">
                  <c:v>349.8</c:v>
                </c:pt>
                <c:pt idx="230">
                  <c:v>330.7</c:v>
                </c:pt>
                <c:pt idx="231">
                  <c:v>325.3</c:v>
                </c:pt>
                <c:pt idx="232">
                  <c:v>327.7</c:v>
                </c:pt>
                <c:pt idx="233">
                  <c:v>334.0</c:v>
                </c:pt>
                <c:pt idx="234">
                  <c:v>356.1</c:v>
                </c:pt>
                <c:pt idx="235">
                  <c:v>358.2</c:v>
                </c:pt>
                <c:pt idx="236">
                  <c:v>362.3</c:v>
                </c:pt>
                <c:pt idx="237">
                  <c:v>357.1</c:v>
                </c:pt>
                <c:pt idx="238">
                  <c:v>351.3</c:v>
                </c:pt>
                <c:pt idx="239">
                  <c:v>333.4</c:v>
                </c:pt>
                <c:pt idx="240">
                  <c:v>337.3</c:v>
                </c:pt>
                <c:pt idx="241">
                  <c:v>341.0</c:v>
                </c:pt>
                <c:pt idx="242">
                  <c:v>341.0</c:v>
                </c:pt>
                <c:pt idx="243">
                  <c:v>341.0</c:v>
                </c:pt>
                <c:pt idx="244">
                  <c:v>341.0</c:v>
                </c:pt>
                <c:pt idx="245">
                  <c:v>341.0</c:v>
                </c:pt>
                <c:pt idx="246">
                  <c:v>345.6</c:v>
                </c:pt>
                <c:pt idx="247">
                  <c:v>353.2</c:v>
                </c:pt>
                <c:pt idx="248">
                  <c:v>358.2</c:v>
                </c:pt>
                <c:pt idx="249">
                  <c:v>368.2</c:v>
                </c:pt>
                <c:pt idx="250">
                  <c:v>368.1</c:v>
                </c:pt>
                <c:pt idx="251">
                  <c:v>351.4</c:v>
                </c:pt>
                <c:pt idx="252">
                  <c:v>338.9</c:v>
                </c:pt>
                <c:pt idx="253">
                  <c:v>320.9</c:v>
                </c:pt>
                <c:pt idx="254">
                  <c:v>297.4</c:v>
                </c:pt>
                <c:pt idx="255">
                  <c:v>266.3</c:v>
                </c:pt>
                <c:pt idx="256">
                  <c:v>272.4</c:v>
                </c:pt>
                <c:pt idx="257">
                  <c:v>254.0</c:v>
                </c:pt>
                <c:pt idx="258">
                  <c:v>256.2</c:v>
                </c:pt>
                <c:pt idx="259">
                  <c:v>248.0</c:v>
                </c:pt>
                <c:pt idx="260">
                  <c:v>230.5</c:v>
                </c:pt>
                <c:pt idx="261">
                  <c:v>221.7</c:v>
                </c:pt>
                <c:pt idx="262">
                  <c:v>235.3</c:v>
                </c:pt>
                <c:pt idx="263">
                  <c:v>245.7</c:v>
                </c:pt>
                <c:pt idx="264">
                  <c:v>249.0</c:v>
                </c:pt>
                <c:pt idx="265">
                  <c:v>257.0</c:v>
                </c:pt>
                <c:pt idx="266">
                  <c:v>237.7</c:v>
                </c:pt>
                <c:pt idx="267">
                  <c:v>223.4</c:v>
                </c:pt>
                <c:pt idx="268">
                  <c:v>219.5</c:v>
                </c:pt>
                <c:pt idx="269">
                  <c:v>223.7</c:v>
                </c:pt>
                <c:pt idx="270">
                  <c:v>232.4</c:v>
                </c:pt>
                <c:pt idx="271">
                  <c:v>235.8</c:v>
                </c:pt>
                <c:pt idx="272">
                  <c:v>233.0</c:v>
                </c:pt>
                <c:pt idx="273">
                  <c:v>256.2</c:v>
                </c:pt>
                <c:pt idx="274">
                  <c:v>243.3</c:v>
                </c:pt>
                <c:pt idx="275">
                  <c:v>243.3</c:v>
                </c:pt>
                <c:pt idx="276">
                  <c:v>269.6</c:v>
                </c:pt>
                <c:pt idx="277">
                  <c:v>296.4</c:v>
                </c:pt>
                <c:pt idx="278">
                  <c:v>307.6</c:v>
                </c:pt>
                <c:pt idx="279">
                  <c:v>290.7</c:v>
                </c:pt>
                <c:pt idx="280">
                  <c:v>313.8</c:v>
                </c:pt>
                <c:pt idx="281">
                  <c:v>355.9</c:v>
                </c:pt>
                <c:pt idx="282">
                  <c:v>403.0</c:v>
                </c:pt>
                <c:pt idx="283">
                  <c:v>387.3</c:v>
                </c:pt>
                <c:pt idx="284">
                  <c:v>371.2</c:v>
                </c:pt>
                <c:pt idx="285">
                  <c:v>391.8</c:v>
                </c:pt>
                <c:pt idx="286">
                  <c:v>353.8</c:v>
                </c:pt>
                <c:pt idx="287">
                  <c:v>343.5</c:v>
                </c:pt>
                <c:pt idx="288">
                  <c:v>319.8</c:v>
                </c:pt>
                <c:pt idx="289">
                  <c:v>287.3</c:v>
                </c:pt>
                <c:pt idx="290">
                  <c:v>263.7</c:v>
                </c:pt>
                <c:pt idx="291">
                  <c:v>238.0</c:v>
                </c:pt>
                <c:pt idx="292">
                  <c:v>247.3</c:v>
                </c:pt>
                <c:pt idx="293">
                  <c:v>268.9</c:v>
                </c:pt>
                <c:pt idx="294">
                  <c:v>280.1</c:v>
                </c:pt>
                <c:pt idx="295">
                  <c:v>275.9</c:v>
                </c:pt>
                <c:pt idx="296">
                  <c:v>298.0</c:v>
                </c:pt>
                <c:pt idx="297">
                  <c:v>304.9</c:v>
                </c:pt>
                <c:pt idx="298">
                  <c:v>328.6</c:v>
                </c:pt>
                <c:pt idx="299">
                  <c:v>336.7</c:v>
                </c:pt>
                <c:pt idx="300">
                  <c:v>368.7</c:v>
                </c:pt>
                <c:pt idx="301">
                  <c:v>382.9</c:v>
                </c:pt>
                <c:pt idx="302">
                  <c:v>356.1</c:v>
                </c:pt>
                <c:pt idx="303">
                  <c:v>362.1</c:v>
                </c:pt>
                <c:pt idx="304">
                  <c:v>371.5</c:v>
                </c:pt>
                <c:pt idx="305">
                  <c:v>381.2</c:v>
                </c:pt>
                <c:pt idx="306">
                  <c:v>371.4</c:v>
                </c:pt>
                <c:pt idx="307">
                  <c:v>362.7</c:v>
                </c:pt>
                <c:pt idx="308">
                  <c:v>361.5</c:v>
                </c:pt>
                <c:pt idx="309">
                  <c:v>362.4</c:v>
                </c:pt>
                <c:pt idx="310">
                  <c:v>345.0</c:v>
                </c:pt>
                <c:pt idx="311">
                  <c:v>320.9</c:v>
                </c:pt>
                <c:pt idx="312">
                  <c:v>326.4</c:v>
                </c:pt>
                <c:pt idx="313">
                  <c:v>346.5</c:v>
                </c:pt>
                <c:pt idx="314">
                  <c:v>331.3</c:v>
                </c:pt>
                <c:pt idx="315">
                  <c:v>312.4</c:v>
                </c:pt>
                <c:pt idx="316">
                  <c:v>293.3</c:v>
                </c:pt>
                <c:pt idx="317">
                  <c:v>286.8</c:v>
                </c:pt>
                <c:pt idx="318">
                  <c:v>285.7</c:v>
                </c:pt>
                <c:pt idx="319">
                  <c:v>273.3</c:v>
                </c:pt>
                <c:pt idx="320">
                  <c:v>287.1</c:v>
                </c:pt>
                <c:pt idx="321">
                  <c:v>284.1</c:v>
                </c:pt>
                <c:pt idx="322">
                  <c:v>278.2</c:v>
                </c:pt>
                <c:pt idx="323">
                  <c:v>273.8</c:v>
                </c:pt>
                <c:pt idx="324">
                  <c:v>270.8</c:v>
                </c:pt>
                <c:pt idx="325">
                  <c:v>279.4</c:v>
                </c:pt>
                <c:pt idx="326">
                  <c:v>268.8</c:v>
                </c:pt>
                <c:pt idx="327">
                  <c:v>260.3</c:v>
                </c:pt>
                <c:pt idx="328">
                  <c:v>273.6</c:v>
                </c:pt>
                <c:pt idx="329">
                  <c:v>252.2</c:v>
                </c:pt>
                <c:pt idx="330">
                  <c:v>242.2</c:v>
                </c:pt>
                <c:pt idx="331">
                  <c:v>257.8</c:v>
                </c:pt>
                <c:pt idx="332">
                  <c:v>276.2</c:v>
                </c:pt>
                <c:pt idx="333">
                  <c:v>285.9</c:v>
                </c:pt>
                <c:pt idx="334">
                  <c:v>277.4</c:v>
                </c:pt>
                <c:pt idx="335">
                  <c:v>274.6</c:v>
                </c:pt>
                <c:pt idx="336">
                  <c:v>280.5</c:v>
                </c:pt>
                <c:pt idx="337">
                  <c:v>267.2</c:v>
                </c:pt>
                <c:pt idx="338">
                  <c:v>260.1</c:v>
                </c:pt>
                <c:pt idx="339">
                  <c:v>257.3</c:v>
                </c:pt>
                <c:pt idx="340">
                  <c:v>246.3</c:v>
                </c:pt>
                <c:pt idx="341">
                  <c:v>229.8</c:v>
                </c:pt>
                <c:pt idx="342">
                  <c:v>234.6</c:v>
                </c:pt>
                <c:pt idx="343">
                  <c:v>247.8</c:v>
                </c:pt>
                <c:pt idx="344">
                  <c:v>266.2</c:v>
                </c:pt>
                <c:pt idx="345">
                  <c:v>254.0</c:v>
                </c:pt>
                <c:pt idx="346">
                  <c:v>255.7</c:v>
                </c:pt>
                <c:pt idx="347">
                  <c:v>247.7</c:v>
                </c:pt>
                <c:pt idx="348">
                  <c:v>249.1</c:v>
                </c:pt>
                <c:pt idx="349">
                  <c:v>266.3</c:v>
                </c:pt>
                <c:pt idx="350">
                  <c:v>254.9</c:v>
                </c:pt>
                <c:pt idx="351">
                  <c:v>239.7</c:v>
                </c:pt>
                <c:pt idx="352">
                  <c:v>244.2</c:v>
                </c:pt>
                <c:pt idx="353">
                  <c:v>228.0</c:v>
                </c:pt>
                <c:pt idx="354">
                  <c:v>225.4</c:v>
                </c:pt>
                <c:pt idx="355">
                  <c:v>257.9</c:v>
                </c:pt>
                <c:pt idx="356">
                  <c:v>292.7</c:v>
                </c:pt>
                <c:pt idx="357">
                  <c:v>315.9</c:v>
                </c:pt>
                <c:pt idx="358">
                  <c:v>315.7</c:v>
                </c:pt>
                <c:pt idx="359">
                  <c:v>316.6</c:v>
                </c:pt>
                <c:pt idx="360">
                  <c:v>312.4</c:v>
                </c:pt>
                <c:pt idx="361">
                  <c:v>314.1</c:v>
                </c:pt>
                <c:pt idx="362">
                  <c:v>282.4</c:v>
                </c:pt>
                <c:pt idx="363">
                  <c:v>270.6</c:v>
                </c:pt>
                <c:pt idx="364">
                  <c:v>263.5</c:v>
                </c:pt>
                <c:pt idx="365">
                  <c:v>265.3</c:v>
                </c:pt>
                <c:pt idx="366">
                  <c:v>264.5</c:v>
                </c:pt>
                <c:pt idx="367">
                  <c:v>262.2</c:v>
                </c:pt>
                <c:pt idx="368">
                  <c:v>268.8</c:v>
                </c:pt>
                <c:pt idx="369">
                  <c:v>275.1</c:v>
                </c:pt>
                <c:pt idx="370">
                  <c:v>283.3</c:v>
                </c:pt>
                <c:pt idx="371">
                  <c:v>273.3</c:v>
                </c:pt>
                <c:pt idx="372">
                  <c:v>264.9</c:v>
                </c:pt>
                <c:pt idx="373">
                  <c:v>264.5</c:v>
                </c:pt>
                <c:pt idx="374">
                  <c:v>278.8</c:v>
                </c:pt>
                <c:pt idx="375">
                  <c:v>264.2</c:v>
                </c:pt>
                <c:pt idx="376">
                  <c:v>260.8</c:v>
                </c:pt>
                <c:pt idx="377">
                  <c:v>265.0</c:v>
                </c:pt>
                <c:pt idx="378">
                  <c:v>273.2</c:v>
                </c:pt>
                <c:pt idx="379">
                  <c:v>307.4</c:v>
                </c:pt>
                <c:pt idx="380">
                  <c:v>326.8</c:v>
                </c:pt>
                <c:pt idx="381">
                  <c:v>324.1</c:v>
                </c:pt>
                <c:pt idx="382">
                  <c:v>335.6</c:v>
                </c:pt>
                <c:pt idx="383">
                  <c:v>317.2</c:v>
                </c:pt>
                <c:pt idx="384">
                  <c:v>315.1</c:v>
                </c:pt>
                <c:pt idx="385">
                  <c:v>340.9</c:v>
                </c:pt>
                <c:pt idx="386">
                  <c:v>365.0</c:v>
                </c:pt>
                <c:pt idx="387">
                  <c:v>336.5</c:v>
                </c:pt>
                <c:pt idx="388">
                  <c:v>295.9</c:v>
                </c:pt>
                <c:pt idx="389">
                  <c:v>293.9</c:v>
                </c:pt>
                <c:pt idx="390">
                  <c:v>300.6</c:v>
                </c:pt>
                <c:pt idx="391">
                  <c:v>323.5</c:v>
                </c:pt>
                <c:pt idx="392">
                  <c:v>346.8</c:v>
                </c:pt>
                <c:pt idx="393">
                  <c:v>328.5</c:v>
                </c:pt>
                <c:pt idx="394">
                  <c:v>352.5</c:v>
                </c:pt>
                <c:pt idx="395">
                  <c:v>337.1</c:v>
                </c:pt>
                <c:pt idx="396">
                  <c:v>342.7</c:v>
                </c:pt>
                <c:pt idx="397">
                  <c:v>332.8</c:v>
                </c:pt>
                <c:pt idx="398">
                  <c:v>320.8</c:v>
                </c:pt>
                <c:pt idx="399">
                  <c:v>315.9</c:v>
                </c:pt>
                <c:pt idx="400">
                  <c:v>318.9</c:v>
                </c:pt>
                <c:pt idx="401">
                  <c:v>306.0</c:v>
                </c:pt>
                <c:pt idx="402">
                  <c:v>303.8</c:v>
                </c:pt>
                <c:pt idx="403">
                  <c:v>301.8</c:v>
                </c:pt>
                <c:pt idx="404">
                  <c:v>323.6</c:v>
                </c:pt>
                <c:pt idx="405">
                  <c:v>317.5</c:v>
                </c:pt>
                <c:pt idx="406">
                  <c:v>303.8</c:v>
                </c:pt>
                <c:pt idx="407">
                  <c:v>313.7</c:v>
                </c:pt>
                <c:pt idx="408">
                  <c:v>309.8</c:v>
                </c:pt>
                <c:pt idx="409">
                  <c:v>302.7</c:v>
                </c:pt>
                <c:pt idx="410">
                  <c:v>289.9</c:v>
                </c:pt>
                <c:pt idx="411">
                  <c:v>295.7</c:v>
                </c:pt>
                <c:pt idx="412">
                  <c:v>287.4</c:v>
                </c:pt>
                <c:pt idx="413">
                  <c:v>275.9</c:v>
                </c:pt>
                <c:pt idx="414">
                  <c:v>273.1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12-month average</c:v>
                </c:pt>
              </c:strCache>
            </c:strRef>
          </c:tx>
          <c:spPr>
            <a:ln w="31750">
              <a:solidFill>
                <a:srgbClr val="D98E04"/>
              </a:solidFill>
            </a:ln>
          </c:spPr>
          <c:marker>
            <c:symbol val="none"/>
          </c:marker>
          <c:cat>
            <c:strRef>
              <c:f>Sheet1!$A$2:$A$416</c:f>
              <c:strCache>
                <c:ptCount val="415"/>
                <c:pt idx="0">
                  <c:v>1992-01</c:v>
                </c:pt>
                <c:pt idx="1">
                  <c:v>1992-02</c:v>
                </c:pt>
                <c:pt idx="2">
                  <c:v>1992-03</c:v>
                </c:pt>
                <c:pt idx="3">
                  <c:v>1992-04</c:v>
                </c:pt>
                <c:pt idx="4">
                  <c:v>1992-05</c:v>
                </c:pt>
                <c:pt idx="5">
                  <c:v>1992-06</c:v>
                </c:pt>
                <c:pt idx="6">
                  <c:v>1992-07</c:v>
                </c:pt>
                <c:pt idx="7">
                  <c:v>1992-08</c:v>
                </c:pt>
                <c:pt idx="8">
                  <c:v>1992-09</c:v>
                </c:pt>
                <c:pt idx="9">
                  <c:v>1992-10</c:v>
                </c:pt>
                <c:pt idx="10">
                  <c:v>1992-11</c:v>
                </c:pt>
                <c:pt idx="11">
                  <c:v>1992-12</c:v>
                </c:pt>
                <c:pt idx="12">
                  <c:v>1993-01</c:v>
                </c:pt>
                <c:pt idx="13">
                  <c:v>1993-02</c:v>
                </c:pt>
                <c:pt idx="14">
                  <c:v>1993-03</c:v>
                </c:pt>
                <c:pt idx="15">
                  <c:v>1993-04</c:v>
                </c:pt>
                <c:pt idx="16">
                  <c:v>1993-05</c:v>
                </c:pt>
                <c:pt idx="17">
                  <c:v>1993-06</c:v>
                </c:pt>
                <c:pt idx="18">
                  <c:v>1993-07</c:v>
                </c:pt>
                <c:pt idx="19">
                  <c:v>1993-08</c:v>
                </c:pt>
                <c:pt idx="20">
                  <c:v>1993-09</c:v>
                </c:pt>
                <c:pt idx="21">
                  <c:v>1993-10</c:v>
                </c:pt>
                <c:pt idx="22">
                  <c:v>1993-11</c:v>
                </c:pt>
                <c:pt idx="23">
                  <c:v>1993-12</c:v>
                </c:pt>
                <c:pt idx="24">
                  <c:v>1994-01</c:v>
                </c:pt>
                <c:pt idx="25">
                  <c:v>1994-02</c:v>
                </c:pt>
                <c:pt idx="26">
                  <c:v>1994-03</c:v>
                </c:pt>
                <c:pt idx="27">
                  <c:v>1994-04</c:v>
                </c:pt>
                <c:pt idx="28">
                  <c:v>1994-05</c:v>
                </c:pt>
                <c:pt idx="29">
                  <c:v>1994-06</c:v>
                </c:pt>
                <c:pt idx="30">
                  <c:v>1994-07</c:v>
                </c:pt>
                <c:pt idx="31">
                  <c:v>1994-08</c:v>
                </c:pt>
                <c:pt idx="32">
                  <c:v>1994-09</c:v>
                </c:pt>
                <c:pt idx="33">
                  <c:v>1994-10</c:v>
                </c:pt>
                <c:pt idx="34">
                  <c:v>1994-11</c:v>
                </c:pt>
                <c:pt idx="35">
                  <c:v>1994-12</c:v>
                </c:pt>
                <c:pt idx="36">
                  <c:v>1995-01</c:v>
                </c:pt>
                <c:pt idx="37">
                  <c:v>1995-02</c:v>
                </c:pt>
                <c:pt idx="38">
                  <c:v>1995-03</c:v>
                </c:pt>
                <c:pt idx="39">
                  <c:v>1995-04</c:v>
                </c:pt>
                <c:pt idx="40">
                  <c:v>1995-05</c:v>
                </c:pt>
                <c:pt idx="41">
                  <c:v>1995-06</c:v>
                </c:pt>
                <c:pt idx="42">
                  <c:v>1995-07</c:v>
                </c:pt>
                <c:pt idx="43">
                  <c:v>1995-08</c:v>
                </c:pt>
                <c:pt idx="44">
                  <c:v>1995-09</c:v>
                </c:pt>
                <c:pt idx="45">
                  <c:v>1995-10</c:v>
                </c:pt>
                <c:pt idx="46">
                  <c:v>1995-11</c:v>
                </c:pt>
                <c:pt idx="47">
                  <c:v>1995-12</c:v>
                </c:pt>
                <c:pt idx="48">
                  <c:v>1996-01</c:v>
                </c:pt>
                <c:pt idx="49">
                  <c:v>1996-02</c:v>
                </c:pt>
                <c:pt idx="50">
                  <c:v>1996-03</c:v>
                </c:pt>
                <c:pt idx="51">
                  <c:v>1996-04</c:v>
                </c:pt>
                <c:pt idx="52">
                  <c:v>1996-05</c:v>
                </c:pt>
                <c:pt idx="53">
                  <c:v>1996-06</c:v>
                </c:pt>
                <c:pt idx="54">
                  <c:v>1996-07</c:v>
                </c:pt>
                <c:pt idx="55">
                  <c:v>1996-08</c:v>
                </c:pt>
                <c:pt idx="56">
                  <c:v>1996-09</c:v>
                </c:pt>
                <c:pt idx="57">
                  <c:v>1996-10</c:v>
                </c:pt>
                <c:pt idx="58">
                  <c:v>1996-11</c:v>
                </c:pt>
                <c:pt idx="59">
                  <c:v>1996-12</c:v>
                </c:pt>
                <c:pt idx="60">
                  <c:v>1997-01</c:v>
                </c:pt>
                <c:pt idx="61">
                  <c:v>1997-02</c:v>
                </c:pt>
                <c:pt idx="62">
                  <c:v>1997-03</c:v>
                </c:pt>
                <c:pt idx="63">
                  <c:v>1997-04</c:v>
                </c:pt>
                <c:pt idx="64">
                  <c:v>1997-05</c:v>
                </c:pt>
                <c:pt idx="65">
                  <c:v>1997-06</c:v>
                </c:pt>
                <c:pt idx="66">
                  <c:v>1997-07</c:v>
                </c:pt>
                <c:pt idx="67">
                  <c:v>1997-08</c:v>
                </c:pt>
                <c:pt idx="68">
                  <c:v>1997-09</c:v>
                </c:pt>
                <c:pt idx="69">
                  <c:v>1997-10</c:v>
                </c:pt>
                <c:pt idx="70">
                  <c:v>1997-11</c:v>
                </c:pt>
                <c:pt idx="71">
                  <c:v>1997-12</c:v>
                </c:pt>
                <c:pt idx="72">
                  <c:v>1998-01</c:v>
                </c:pt>
                <c:pt idx="73">
                  <c:v>1998-02</c:v>
                </c:pt>
                <c:pt idx="74">
                  <c:v>1998-03</c:v>
                </c:pt>
                <c:pt idx="75">
                  <c:v>1998-04</c:v>
                </c:pt>
                <c:pt idx="76">
                  <c:v>1998-05</c:v>
                </c:pt>
                <c:pt idx="77">
                  <c:v>1998-06</c:v>
                </c:pt>
                <c:pt idx="78">
                  <c:v>1998-07</c:v>
                </c:pt>
                <c:pt idx="79">
                  <c:v>1998-08</c:v>
                </c:pt>
                <c:pt idx="80">
                  <c:v>1998-09</c:v>
                </c:pt>
                <c:pt idx="81">
                  <c:v>1998-10</c:v>
                </c:pt>
                <c:pt idx="82">
                  <c:v>1998-11</c:v>
                </c:pt>
                <c:pt idx="83">
                  <c:v>1998-12</c:v>
                </c:pt>
                <c:pt idx="84">
                  <c:v>1999-01</c:v>
                </c:pt>
                <c:pt idx="85">
                  <c:v>1999-02</c:v>
                </c:pt>
                <c:pt idx="86">
                  <c:v>1999-03</c:v>
                </c:pt>
                <c:pt idx="87">
                  <c:v>1999-04</c:v>
                </c:pt>
                <c:pt idx="88">
                  <c:v>1999-05</c:v>
                </c:pt>
                <c:pt idx="89">
                  <c:v>1999-06</c:v>
                </c:pt>
                <c:pt idx="90">
                  <c:v>1999-07</c:v>
                </c:pt>
                <c:pt idx="91">
                  <c:v>1999-08</c:v>
                </c:pt>
                <c:pt idx="92">
                  <c:v>1999-09</c:v>
                </c:pt>
                <c:pt idx="93">
                  <c:v>1999-10</c:v>
                </c:pt>
                <c:pt idx="94">
                  <c:v>1999-11</c:v>
                </c:pt>
                <c:pt idx="95">
                  <c:v>1999-12</c:v>
                </c:pt>
                <c:pt idx="96">
                  <c:v>2000-01</c:v>
                </c:pt>
                <c:pt idx="97">
                  <c:v>2000-02</c:v>
                </c:pt>
                <c:pt idx="98">
                  <c:v>2000-03</c:v>
                </c:pt>
                <c:pt idx="99">
                  <c:v>2000-04</c:v>
                </c:pt>
                <c:pt idx="100">
                  <c:v>2000-05</c:v>
                </c:pt>
                <c:pt idx="101">
                  <c:v>2000-06</c:v>
                </c:pt>
                <c:pt idx="102">
                  <c:v>2000-07</c:v>
                </c:pt>
                <c:pt idx="103">
                  <c:v>2000-08</c:v>
                </c:pt>
                <c:pt idx="104">
                  <c:v>2000-09</c:v>
                </c:pt>
                <c:pt idx="105">
                  <c:v>2000-10</c:v>
                </c:pt>
                <c:pt idx="106">
                  <c:v>2000-11</c:v>
                </c:pt>
                <c:pt idx="107">
                  <c:v>2000-12</c:v>
                </c:pt>
                <c:pt idx="108">
                  <c:v>2001-01</c:v>
                </c:pt>
                <c:pt idx="109">
                  <c:v>2001-02</c:v>
                </c:pt>
                <c:pt idx="110">
                  <c:v>2001-03</c:v>
                </c:pt>
                <c:pt idx="111">
                  <c:v>2001-04</c:v>
                </c:pt>
                <c:pt idx="112">
                  <c:v>2001-05</c:v>
                </c:pt>
                <c:pt idx="113">
                  <c:v>2001-06</c:v>
                </c:pt>
                <c:pt idx="114">
                  <c:v>2001-07</c:v>
                </c:pt>
                <c:pt idx="115">
                  <c:v>2001-08</c:v>
                </c:pt>
                <c:pt idx="116">
                  <c:v>2001-09</c:v>
                </c:pt>
                <c:pt idx="117">
                  <c:v>2001-10</c:v>
                </c:pt>
                <c:pt idx="118">
                  <c:v>2001-11</c:v>
                </c:pt>
                <c:pt idx="119">
                  <c:v>2001-12</c:v>
                </c:pt>
                <c:pt idx="120">
                  <c:v>2002-01</c:v>
                </c:pt>
                <c:pt idx="121">
                  <c:v>2002-02</c:v>
                </c:pt>
                <c:pt idx="122">
                  <c:v>2002-03</c:v>
                </c:pt>
                <c:pt idx="123">
                  <c:v>2002-04</c:v>
                </c:pt>
                <c:pt idx="124">
                  <c:v>2002-05</c:v>
                </c:pt>
                <c:pt idx="125">
                  <c:v>2002-06</c:v>
                </c:pt>
                <c:pt idx="126">
                  <c:v>2002-07</c:v>
                </c:pt>
                <c:pt idx="127">
                  <c:v>2002-08</c:v>
                </c:pt>
                <c:pt idx="128">
                  <c:v>2002-09</c:v>
                </c:pt>
                <c:pt idx="129">
                  <c:v>2002-10</c:v>
                </c:pt>
                <c:pt idx="130">
                  <c:v>2002-11</c:v>
                </c:pt>
                <c:pt idx="131">
                  <c:v>2002-12</c:v>
                </c:pt>
                <c:pt idx="132">
                  <c:v>2003-01</c:v>
                </c:pt>
                <c:pt idx="133">
                  <c:v>2003-02</c:v>
                </c:pt>
                <c:pt idx="134">
                  <c:v>2003-03</c:v>
                </c:pt>
                <c:pt idx="135">
                  <c:v>2003-04</c:v>
                </c:pt>
                <c:pt idx="136">
                  <c:v>2003-05</c:v>
                </c:pt>
                <c:pt idx="137">
                  <c:v>2003-06</c:v>
                </c:pt>
                <c:pt idx="138">
                  <c:v>2003-07</c:v>
                </c:pt>
                <c:pt idx="139">
                  <c:v>2003-08</c:v>
                </c:pt>
                <c:pt idx="140">
                  <c:v>2003-09</c:v>
                </c:pt>
                <c:pt idx="141">
                  <c:v>2003-10</c:v>
                </c:pt>
                <c:pt idx="142">
                  <c:v>2003-11</c:v>
                </c:pt>
                <c:pt idx="143">
                  <c:v>2003-12</c:v>
                </c:pt>
                <c:pt idx="144">
                  <c:v>2004-01</c:v>
                </c:pt>
                <c:pt idx="145">
                  <c:v>2004-02</c:v>
                </c:pt>
                <c:pt idx="146">
                  <c:v>2004-03</c:v>
                </c:pt>
                <c:pt idx="147">
                  <c:v>2004-04</c:v>
                </c:pt>
                <c:pt idx="148">
                  <c:v>2004-05</c:v>
                </c:pt>
                <c:pt idx="149">
                  <c:v>2004-06</c:v>
                </c:pt>
                <c:pt idx="150">
                  <c:v>2004-07</c:v>
                </c:pt>
                <c:pt idx="151">
                  <c:v>2004-08</c:v>
                </c:pt>
                <c:pt idx="152">
                  <c:v>2004-09</c:v>
                </c:pt>
                <c:pt idx="153">
                  <c:v>2004-10</c:v>
                </c:pt>
                <c:pt idx="154">
                  <c:v>2004-11</c:v>
                </c:pt>
                <c:pt idx="155">
                  <c:v>2004-12</c:v>
                </c:pt>
                <c:pt idx="156">
                  <c:v>2005-01</c:v>
                </c:pt>
                <c:pt idx="157">
                  <c:v>2005-02</c:v>
                </c:pt>
                <c:pt idx="158">
                  <c:v>2005-03</c:v>
                </c:pt>
                <c:pt idx="159">
                  <c:v>2005-04</c:v>
                </c:pt>
                <c:pt idx="160">
                  <c:v>2005-05</c:v>
                </c:pt>
                <c:pt idx="161">
                  <c:v>2005-06</c:v>
                </c:pt>
                <c:pt idx="162">
                  <c:v>2005-07</c:v>
                </c:pt>
                <c:pt idx="163">
                  <c:v>2005-08</c:v>
                </c:pt>
                <c:pt idx="164">
                  <c:v>2005-09</c:v>
                </c:pt>
                <c:pt idx="165">
                  <c:v>2005-10</c:v>
                </c:pt>
                <c:pt idx="166">
                  <c:v>2005-11</c:v>
                </c:pt>
                <c:pt idx="167">
                  <c:v>2005-12</c:v>
                </c:pt>
                <c:pt idx="168">
                  <c:v>2006-01</c:v>
                </c:pt>
                <c:pt idx="169">
                  <c:v>2006-02</c:v>
                </c:pt>
                <c:pt idx="170">
                  <c:v>2006-03</c:v>
                </c:pt>
                <c:pt idx="171">
                  <c:v>2006-04</c:v>
                </c:pt>
                <c:pt idx="172">
                  <c:v>2006-05</c:v>
                </c:pt>
                <c:pt idx="173">
                  <c:v>2006-06</c:v>
                </c:pt>
                <c:pt idx="174">
                  <c:v>2006-07</c:v>
                </c:pt>
                <c:pt idx="175">
                  <c:v>2006-08</c:v>
                </c:pt>
                <c:pt idx="176">
                  <c:v>2006-09</c:v>
                </c:pt>
                <c:pt idx="177">
                  <c:v>2006-10</c:v>
                </c:pt>
                <c:pt idx="178">
                  <c:v>2006-11</c:v>
                </c:pt>
                <c:pt idx="179">
                  <c:v>2006-12</c:v>
                </c:pt>
                <c:pt idx="180">
                  <c:v>2007-01</c:v>
                </c:pt>
                <c:pt idx="181">
                  <c:v>2007-02</c:v>
                </c:pt>
                <c:pt idx="182">
                  <c:v>2007-03</c:v>
                </c:pt>
                <c:pt idx="183">
                  <c:v>2007-04</c:v>
                </c:pt>
                <c:pt idx="184">
                  <c:v>2007-05</c:v>
                </c:pt>
                <c:pt idx="185">
                  <c:v>2007-06</c:v>
                </c:pt>
                <c:pt idx="186">
                  <c:v>2007-07</c:v>
                </c:pt>
                <c:pt idx="187">
                  <c:v>2007-08</c:v>
                </c:pt>
                <c:pt idx="188">
                  <c:v>2007-09</c:v>
                </c:pt>
                <c:pt idx="189">
                  <c:v>2007-10</c:v>
                </c:pt>
                <c:pt idx="190">
                  <c:v>2007-11</c:v>
                </c:pt>
                <c:pt idx="191">
                  <c:v>2007-12</c:v>
                </c:pt>
                <c:pt idx="192">
                  <c:v>2008-01</c:v>
                </c:pt>
                <c:pt idx="193">
                  <c:v>2008-02</c:v>
                </c:pt>
                <c:pt idx="194">
                  <c:v>2008-03</c:v>
                </c:pt>
                <c:pt idx="195">
                  <c:v>2008-04</c:v>
                </c:pt>
                <c:pt idx="196">
                  <c:v>2008-05</c:v>
                </c:pt>
                <c:pt idx="197">
                  <c:v>2008-06</c:v>
                </c:pt>
                <c:pt idx="198">
                  <c:v>2008-07</c:v>
                </c:pt>
                <c:pt idx="199">
                  <c:v>2008-08</c:v>
                </c:pt>
                <c:pt idx="200">
                  <c:v>2008-09</c:v>
                </c:pt>
                <c:pt idx="201">
                  <c:v>2008-10</c:v>
                </c:pt>
                <c:pt idx="202">
                  <c:v>2008-11</c:v>
                </c:pt>
                <c:pt idx="203">
                  <c:v>2008-12</c:v>
                </c:pt>
                <c:pt idx="204">
                  <c:v>2009-01</c:v>
                </c:pt>
                <c:pt idx="205">
                  <c:v>2009-02</c:v>
                </c:pt>
                <c:pt idx="206">
                  <c:v>2009-03</c:v>
                </c:pt>
                <c:pt idx="207">
                  <c:v>2009-04</c:v>
                </c:pt>
                <c:pt idx="208">
                  <c:v>2009-05</c:v>
                </c:pt>
                <c:pt idx="209">
                  <c:v>2009-06</c:v>
                </c:pt>
                <c:pt idx="210">
                  <c:v>2009-07</c:v>
                </c:pt>
                <c:pt idx="211">
                  <c:v>2009-08</c:v>
                </c:pt>
                <c:pt idx="212">
                  <c:v>2009-09</c:v>
                </c:pt>
                <c:pt idx="213">
                  <c:v>2009-10</c:v>
                </c:pt>
                <c:pt idx="214">
                  <c:v>2009-11</c:v>
                </c:pt>
                <c:pt idx="215">
                  <c:v>2009-12</c:v>
                </c:pt>
                <c:pt idx="216">
                  <c:v>2010-01</c:v>
                </c:pt>
                <c:pt idx="217">
                  <c:v>2010-02</c:v>
                </c:pt>
                <c:pt idx="218">
                  <c:v>2010-03</c:v>
                </c:pt>
                <c:pt idx="219">
                  <c:v>2010-04</c:v>
                </c:pt>
                <c:pt idx="220">
                  <c:v>2010-05</c:v>
                </c:pt>
                <c:pt idx="221">
                  <c:v>2010-06</c:v>
                </c:pt>
                <c:pt idx="222">
                  <c:v>2010-07</c:v>
                </c:pt>
                <c:pt idx="223">
                  <c:v>2010-08</c:v>
                </c:pt>
                <c:pt idx="224">
                  <c:v>2010-09</c:v>
                </c:pt>
                <c:pt idx="225">
                  <c:v>2010-10</c:v>
                </c:pt>
                <c:pt idx="226">
                  <c:v>2010-11</c:v>
                </c:pt>
                <c:pt idx="227">
                  <c:v>2010-12</c:v>
                </c:pt>
                <c:pt idx="228">
                  <c:v>2011-01</c:v>
                </c:pt>
                <c:pt idx="229">
                  <c:v>2011-02</c:v>
                </c:pt>
                <c:pt idx="230">
                  <c:v>2011-03</c:v>
                </c:pt>
                <c:pt idx="231">
                  <c:v>2011-04</c:v>
                </c:pt>
                <c:pt idx="232">
                  <c:v>2011-05</c:v>
                </c:pt>
                <c:pt idx="233">
                  <c:v>2011-06</c:v>
                </c:pt>
                <c:pt idx="234">
                  <c:v>2011-07</c:v>
                </c:pt>
                <c:pt idx="235">
                  <c:v>2011-08</c:v>
                </c:pt>
                <c:pt idx="236">
                  <c:v>2011-09</c:v>
                </c:pt>
                <c:pt idx="237">
                  <c:v>2011-10</c:v>
                </c:pt>
                <c:pt idx="238">
                  <c:v>2011-11</c:v>
                </c:pt>
                <c:pt idx="239">
                  <c:v>2011-12</c:v>
                </c:pt>
                <c:pt idx="240">
                  <c:v>2012-01</c:v>
                </c:pt>
                <c:pt idx="241">
                  <c:v>2012-02</c:v>
                </c:pt>
                <c:pt idx="242">
                  <c:v>2012-03</c:v>
                </c:pt>
                <c:pt idx="243">
                  <c:v>2012-04</c:v>
                </c:pt>
                <c:pt idx="244">
                  <c:v>2012-05</c:v>
                </c:pt>
                <c:pt idx="245">
                  <c:v>2012-06</c:v>
                </c:pt>
                <c:pt idx="246">
                  <c:v>2012-07</c:v>
                </c:pt>
                <c:pt idx="247">
                  <c:v>2012-08</c:v>
                </c:pt>
                <c:pt idx="248">
                  <c:v>2012-09</c:v>
                </c:pt>
                <c:pt idx="249">
                  <c:v>2012-10</c:v>
                </c:pt>
                <c:pt idx="250">
                  <c:v>2012-11</c:v>
                </c:pt>
                <c:pt idx="251">
                  <c:v>2012-12</c:v>
                </c:pt>
                <c:pt idx="252">
                  <c:v>2013-01</c:v>
                </c:pt>
                <c:pt idx="253">
                  <c:v>2013-02</c:v>
                </c:pt>
                <c:pt idx="254">
                  <c:v>2013-03</c:v>
                </c:pt>
                <c:pt idx="255">
                  <c:v>2013-04</c:v>
                </c:pt>
                <c:pt idx="256">
                  <c:v>2013-05</c:v>
                </c:pt>
                <c:pt idx="257">
                  <c:v>2013-06</c:v>
                </c:pt>
                <c:pt idx="258">
                  <c:v>2013-07</c:v>
                </c:pt>
                <c:pt idx="259">
                  <c:v>2013-08</c:v>
                </c:pt>
                <c:pt idx="260">
                  <c:v>2013-09</c:v>
                </c:pt>
                <c:pt idx="261">
                  <c:v>2013-10</c:v>
                </c:pt>
                <c:pt idx="262">
                  <c:v>2013-11</c:v>
                </c:pt>
                <c:pt idx="263">
                  <c:v>2013-12</c:v>
                </c:pt>
                <c:pt idx="264">
                  <c:v>2014-01</c:v>
                </c:pt>
                <c:pt idx="265">
                  <c:v>2014-02</c:v>
                </c:pt>
                <c:pt idx="266">
                  <c:v>2014-03</c:v>
                </c:pt>
                <c:pt idx="267">
                  <c:v>2014-04</c:v>
                </c:pt>
                <c:pt idx="268">
                  <c:v>2014-05</c:v>
                </c:pt>
                <c:pt idx="269">
                  <c:v>2014-06</c:v>
                </c:pt>
                <c:pt idx="270">
                  <c:v>2014-07</c:v>
                </c:pt>
                <c:pt idx="271">
                  <c:v>2014-08</c:v>
                </c:pt>
                <c:pt idx="272">
                  <c:v>2014-09</c:v>
                </c:pt>
                <c:pt idx="273">
                  <c:v>2014-10</c:v>
                </c:pt>
                <c:pt idx="274">
                  <c:v>2014-11</c:v>
                </c:pt>
                <c:pt idx="275">
                  <c:v>2014-12</c:v>
                </c:pt>
                <c:pt idx="276">
                  <c:v>2015-01</c:v>
                </c:pt>
                <c:pt idx="277">
                  <c:v>2015-02</c:v>
                </c:pt>
                <c:pt idx="278">
                  <c:v>2015-03</c:v>
                </c:pt>
                <c:pt idx="279">
                  <c:v>2015-04</c:v>
                </c:pt>
                <c:pt idx="280">
                  <c:v>2015-05</c:v>
                </c:pt>
                <c:pt idx="281">
                  <c:v>2015-06</c:v>
                </c:pt>
                <c:pt idx="282">
                  <c:v>2015-07</c:v>
                </c:pt>
                <c:pt idx="283">
                  <c:v>2015-08</c:v>
                </c:pt>
                <c:pt idx="284">
                  <c:v>2015-09</c:v>
                </c:pt>
                <c:pt idx="285">
                  <c:v>2015-10</c:v>
                </c:pt>
                <c:pt idx="286">
                  <c:v>2015-11</c:v>
                </c:pt>
                <c:pt idx="287">
                  <c:v>2015-12</c:v>
                </c:pt>
                <c:pt idx="288">
                  <c:v>2016-01</c:v>
                </c:pt>
                <c:pt idx="289">
                  <c:v>2016-02</c:v>
                </c:pt>
                <c:pt idx="290">
                  <c:v>2016-03</c:v>
                </c:pt>
                <c:pt idx="291">
                  <c:v>2016-04</c:v>
                </c:pt>
                <c:pt idx="292">
                  <c:v>2016-05</c:v>
                </c:pt>
                <c:pt idx="293">
                  <c:v>2016-06</c:v>
                </c:pt>
                <c:pt idx="294">
                  <c:v>2016-07</c:v>
                </c:pt>
                <c:pt idx="295">
                  <c:v>2016-08</c:v>
                </c:pt>
                <c:pt idx="296">
                  <c:v>2016-09</c:v>
                </c:pt>
                <c:pt idx="297">
                  <c:v>2016-10</c:v>
                </c:pt>
                <c:pt idx="298">
                  <c:v>2016-11</c:v>
                </c:pt>
                <c:pt idx="299">
                  <c:v>2016-12</c:v>
                </c:pt>
                <c:pt idx="300">
                  <c:v>2017-01</c:v>
                </c:pt>
                <c:pt idx="301">
                  <c:v>2017-02</c:v>
                </c:pt>
                <c:pt idx="302">
                  <c:v>2017-03</c:v>
                </c:pt>
                <c:pt idx="303">
                  <c:v>2017-04</c:v>
                </c:pt>
                <c:pt idx="304">
                  <c:v>2017-05</c:v>
                </c:pt>
                <c:pt idx="305">
                  <c:v>2017-06</c:v>
                </c:pt>
                <c:pt idx="306">
                  <c:v>2017-07</c:v>
                </c:pt>
                <c:pt idx="307">
                  <c:v>2017-08</c:v>
                </c:pt>
                <c:pt idx="308">
                  <c:v>2017-09</c:v>
                </c:pt>
                <c:pt idx="309">
                  <c:v>2017-10</c:v>
                </c:pt>
                <c:pt idx="310">
                  <c:v>2017-11</c:v>
                </c:pt>
                <c:pt idx="311">
                  <c:v>2017-12</c:v>
                </c:pt>
                <c:pt idx="312">
                  <c:v>2018-01</c:v>
                </c:pt>
                <c:pt idx="313">
                  <c:v>2018-02</c:v>
                </c:pt>
                <c:pt idx="314">
                  <c:v>2018-03</c:v>
                </c:pt>
                <c:pt idx="315">
                  <c:v>2018-04</c:v>
                </c:pt>
                <c:pt idx="316">
                  <c:v>2018-05</c:v>
                </c:pt>
                <c:pt idx="317">
                  <c:v>2018-06</c:v>
                </c:pt>
                <c:pt idx="318">
                  <c:v>2018-07</c:v>
                </c:pt>
                <c:pt idx="319">
                  <c:v>2018-08</c:v>
                </c:pt>
                <c:pt idx="320">
                  <c:v>2018-09</c:v>
                </c:pt>
                <c:pt idx="321">
                  <c:v>2018-10</c:v>
                </c:pt>
                <c:pt idx="322">
                  <c:v>2018-11</c:v>
                </c:pt>
                <c:pt idx="323">
                  <c:v>2018-12</c:v>
                </c:pt>
                <c:pt idx="324">
                  <c:v>2019-01</c:v>
                </c:pt>
                <c:pt idx="325">
                  <c:v>2019-02</c:v>
                </c:pt>
                <c:pt idx="326">
                  <c:v>2019-03</c:v>
                </c:pt>
                <c:pt idx="327">
                  <c:v>2019-04</c:v>
                </c:pt>
                <c:pt idx="328">
                  <c:v>2019-05</c:v>
                </c:pt>
                <c:pt idx="329">
                  <c:v>2019-06</c:v>
                </c:pt>
                <c:pt idx="330">
                  <c:v>2019-07</c:v>
                </c:pt>
                <c:pt idx="331">
                  <c:v>2019-08</c:v>
                </c:pt>
                <c:pt idx="332">
                  <c:v>2019-09</c:v>
                </c:pt>
                <c:pt idx="333">
                  <c:v>2019-10</c:v>
                </c:pt>
                <c:pt idx="334">
                  <c:v>2019-11</c:v>
                </c:pt>
                <c:pt idx="335">
                  <c:v>2019-12</c:v>
                </c:pt>
                <c:pt idx="336">
                  <c:v>2020-01</c:v>
                </c:pt>
                <c:pt idx="337">
                  <c:v>2020-02</c:v>
                </c:pt>
                <c:pt idx="338">
                  <c:v>2020-03</c:v>
                </c:pt>
                <c:pt idx="339">
                  <c:v>2020-04</c:v>
                </c:pt>
                <c:pt idx="340">
                  <c:v>2020-05</c:v>
                </c:pt>
                <c:pt idx="341">
                  <c:v>2020-06</c:v>
                </c:pt>
                <c:pt idx="342">
                  <c:v>2020-07</c:v>
                </c:pt>
                <c:pt idx="343">
                  <c:v>2020-08</c:v>
                </c:pt>
                <c:pt idx="344">
                  <c:v>2020-09</c:v>
                </c:pt>
                <c:pt idx="345">
                  <c:v>2020-10</c:v>
                </c:pt>
                <c:pt idx="346">
                  <c:v>2020-11</c:v>
                </c:pt>
                <c:pt idx="347">
                  <c:v>2020-12</c:v>
                </c:pt>
                <c:pt idx="348">
                  <c:v>2021-01</c:v>
                </c:pt>
                <c:pt idx="349">
                  <c:v>2021-02</c:v>
                </c:pt>
                <c:pt idx="350">
                  <c:v>2021-03</c:v>
                </c:pt>
                <c:pt idx="351">
                  <c:v>2021-04</c:v>
                </c:pt>
                <c:pt idx="352">
                  <c:v>2021-05</c:v>
                </c:pt>
                <c:pt idx="353">
                  <c:v>2021-06</c:v>
                </c:pt>
                <c:pt idx="354">
                  <c:v>2021-07</c:v>
                </c:pt>
                <c:pt idx="355">
                  <c:v>2021-08</c:v>
                </c:pt>
                <c:pt idx="356">
                  <c:v>2021-09</c:v>
                </c:pt>
                <c:pt idx="357">
                  <c:v>2021-10</c:v>
                </c:pt>
                <c:pt idx="358">
                  <c:v>2021-11</c:v>
                </c:pt>
                <c:pt idx="359">
                  <c:v>2021-12</c:v>
                </c:pt>
                <c:pt idx="360">
                  <c:v>2022-01</c:v>
                </c:pt>
                <c:pt idx="361">
                  <c:v>2022-02</c:v>
                </c:pt>
                <c:pt idx="362">
                  <c:v>2022-03</c:v>
                </c:pt>
                <c:pt idx="363">
                  <c:v>2022-04</c:v>
                </c:pt>
                <c:pt idx="364">
                  <c:v>2022-05</c:v>
                </c:pt>
                <c:pt idx="365">
                  <c:v>2022-06</c:v>
                </c:pt>
                <c:pt idx="366">
                  <c:v>2022-07</c:v>
                </c:pt>
                <c:pt idx="367">
                  <c:v>2022-08</c:v>
                </c:pt>
                <c:pt idx="368">
                  <c:v>2022-09</c:v>
                </c:pt>
                <c:pt idx="369">
                  <c:v>2022-10</c:v>
                </c:pt>
                <c:pt idx="370">
                  <c:v>2022-11</c:v>
                </c:pt>
                <c:pt idx="371">
                  <c:v>2022-12</c:v>
                </c:pt>
                <c:pt idx="372">
                  <c:v>2023-01</c:v>
                </c:pt>
                <c:pt idx="373">
                  <c:v>2023-02</c:v>
                </c:pt>
                <c:pt idx="374">
                  <c:v>2023-03</c:v>
                </c:pt>
                <c:pt idx="375">
                  <c:v>2023-04</c:v>
                </c:pt>
                <c:pt idx="376">
                  <c:v>2023-05</c:v>
                </c:pt>
                <c:pt idx="377">
                  <c:v>2023-06</c:v>
                </c:pt>
                <c:pt idx="378">
                  <c:v>2023-07</c:v>
                </c:pt>
                <c:pt idx="379">
                  <c:v>2023-08</c:v>
                </c:pt>
                <c:pt idx="380">
                  <c:v>2023-09</c:v>
                </c:pt>
                <c:pt idx="381">
                  <c:v>2023-10</c:v>
                </c:pt>
                <c:pt idx="382">
                  <c:v>2023-11</c:v>
                </c:pt>
                <c:pt idx="383">
                  <c:v>2023-12</c:v>
                </c:pt>
                <c:pt idx="384">
                  <c:v>2024-01</c:v>
                </c:pt>
                <c:pt idx="385">
                  <c:v>2024-02</c:v>
                </c:pt>
                <c:pt idx="386">
                  <c:v>2024-03</c:v>
                </c:pt>
                <c:pt idx="387">
                  <c:v>2024-04</c:v>
                </c:pt>
                <c:pt idx="388">
                  <c:v>2024-05</c:v>
                </c:pt>
                <c:pt idx="389">
                  <c:v>2024-06</c:v>
                </c:pt>
                <c:pt idx="390">
                  <c:v>2024-07</c:v>
                </c:pt>
                <c:pt idx="391">
                  <c:v>2024-08</c:v>
                </c:pt>
                <c:pt idx="392">
                  <c:v>2024-09</c:v>
                </c:pt>
                <c:pt idx="393">
                  <c:v>2024-10</c:v>
                </c:pt>
                <c:pt idx="394">
                  <c:v>2024-11</c:v>
                </c:pt>
                <c:pt idx="395">
                  <c:v>2024-12</c:v>
                </c:pt>
                <c:pt idx="396">
                  <c:v>2025-01</c:v>
                </c:pt>
                <c:pt idx="397">
                  <c:v>2025-02</c:v>
                </c:pt>
                <c:pt idx="398">
                  <c:v>2025-03</c:v>
                </c:pt>
                <c:pt idx="399">
                  <c:v>2025-04</c:v>
                </c:pt>
                <c:pt idx="400">
                  <c:v>2025-05</c:v>
                </c:pt>
                <c:pt idx="401">
                  <c:v>2025-06</c:v>
                </c:pt>
                <c:pt idx="402">
                  <c:v>2025-07</c:v>
                </c:pt>
                <c:pt idx="403">
                  <c:v>2025-08</c:v>
                </c:pt>
                <c:pt idx="404">
                  <c:v>2025-09</c:v>
                </c:pt>
                <c:pt idx="405">
                  <c:v>2025-10</c:v>
                </c:pt>
                <c:pt idx="406">
                  <c:v>2025-11</c:v>
                </c:pt>
                <c:pt idx="407">
                  <c:v>2025-12</c:v>
                </c:pt>
                <c:pt idx="408">
                  <c:v>2026-01</c:v>
                </c:pt>
                <c:pt idx="409">
                  <c:v>2026-02</c:v>
                </c:pt>
                <c:pt idx="410">
                  <c:v>2026-03</c:v>
                </c:pt>
                <c:pt idx="411">
                  <c:v>2026-04</c:v>
                </c:pt>
                <c:pt idx="412">
                  <c:v>2026-05</c:v>
                </c:pt>
                <c:pt idx="413">
                  <c:v>2026-06</c:v>
                </c:pt>
                <c:pt idx="414">
                  <c:v>2026-07</c:v>
                </c:pt>
              </c:strCache>
            </c:strRef>
          </c:cat>
          <c:val>
            <c:numRef>
              <c:f>Sheet1!$C$2:$C$416</c:f>
              <c:numCache>
                <c:formatCode>General</c:formatCode>
                <c:ptCount val="415"/>
                <c:pt idx="11">
                  <c:v>199.7</c:v>
                </c:pt>
                <c:pt idx="12">
                  <c:v>205.1</c:v>
                </c:pt>
                <c:pt idx="13">
                  <c:v>208.5</c:v>
                </c:pt>
                <c:pt idx="14">
                  <c:v>210.6</c:v>
                </c:pt>
                <c:pt idx="15">
                  <c:v>209.3</c:v>
                </c:pt>
                <c:pt idx="16">
                  <c:v>206.1</c:v>
                </c:pt>
                <c:pt idx="17">
                  <c:v>203.2</c:v>
                </c:pt>
                <c:pt idx="18">
                  <c:v>199.8</c:v>
                </c:pt>
                <c:pt idx="19">
                  <c:v>195.3</c:v>
                </c:pt>
                <c:pt idx="20">
                  <c:v>191.8</c:v>
                </c:pt>
                <c:pt idx="21">
                  <c:v>191.5</c:v>
                </c:pt>
                <c:pt idx="22">
                  <c:v>189.7</c:v>
                </c:pt>
                <c:pt idx="23">
                  <c:v>185.6</c:v>
                </c:pt>
                <c:pt idx="24">
                  <c:v>179.4</c:v>
                </c:pt>
                <c:pt idx="25">
                  <c:v>176.9</c:v>
                </c:pt>
                <c:pt idx="26">
                  <c:v>176.6</c:v>
                </c:pt>
                <c:pt idx="27">
                  <c:v>177.3</c:v>
                </c:pt>
                <c:pt idx="28">
                  <c:v>178.2</c:v>
                </c:pt>
                <c:pt idx="29">
                  <c:v>180.7</c:v>
                </c:pt>
                <c:pt idx="30">
                  <c:v>182.1</c:v>
                </c:pt>
                <c:pt idx="31">
                  <c:v>183.5</c:v>
                </c:pt>
                <c:pt idx="32">
                  <c:v>185.3</c:v>
                </c:pt>
                <c:pt idx="33">
                  <c:v>184.8</c:v>
                </c:pt>
                <c:pt idx="34">
                  <c:v>184.5</c:v>
                </c:pt>
                <c:pt idx="35">
                  <c:v>183.3</c:v>
                </c:pt>
                <c:pt idx="36">
                  <c:v>183.2</c:v>
                </c:pt>
                <c:pt idx="37">
                  <c:v>182.9</c:v>
                </c:pt>
                <c:pt idx="38">
                  <c:v>181.7</c:v>
                </c:pt>
                <c:pt idx="39">
                  <c:v>180.1</c:v>
                </c:pt>
                <c:pt idx="40">
                  <c:v>178.5</c:v>
                </c:pt>
                <c:pt idx="41">
                  <c:v>174.2</c:v>
                </c:pt>
                <c:pt idx="42">
                  <c:v>171.0</c:v>
                </c:pt>
                <c:pt idx="43">
                  <c:v>168.2</c:v>
                </c:pt>
                <c:pt idx="44">
                  <c:v>165.1</c:v>
                </c:pt>
                <c:pt idx="45">
                  <c:v>163.9</c:v>
                </c:pt>
                <c:pt idx="46">
                  <c:v>163.5</c:v>
                </c:pt>
                <c:pt idx="47">
                  <c:v>164.2</c:v>
                </c:pt>
                <c:pt idx="48">
                  <c:v>165.1</c:v>
                </c:pt>
                <c:pt idx="49">
                  <c:v>165.7</c:v>
                </c:pt>
                <c:pt idx="50">
                  <c:v>165.4</c:v>
                </c:pt>
                <c:pt idx="51">
                  <c:v>165.8</c:v>
                </c:pt>
                <c:pt idx="52">
                  <c:v>166.8</c:v>
                </c:pt>
                <c:pt idx="53">
                  <c:v>168.9</c:v>
                </c:pt>
                <c:pt idx="54">
                  <c:v>170.3</c:v>
                </c:pt>
                <c:pt idx="55">
                  <c:v>171.8</c:v>
                </c:pt>
                <c:pt idx="56">
                  <c:v>173.8</c:v>
                </c:pt>
                <c:pt idx="57">
                  <c:v>174.3</c:v>
                </c:pt>
                <c:pt idx="58">
                  <c:v>175.7</c:v>
                </c:pt>
                <c:pt idx="59">
                  <c:v>177.2</c:v>
                </c:pt>
                <c:pt idx="60">
                  <c:v>178.4</c:v>
                </c:pt>
                <c:pt idx="61">
                  <c:v>179.8</c:v>
                </c:pt>
                <c:pt idx="62">
                  <c:v>183.5</c:v>
                </c:pt>
                <c:pt idx="63">
                  <c:v>189.2</c:v>
                </c:pt>
                <c:pt idx="64">
                  <c:v>195.5</c:v>
                </c:pt>
                <c:pt idx="65">
                  <c:v>200.0</c:v>
                </c:pt>
                <c:pt idx="66">
                  <c:v>207.1</c:v>
                </c:pt>
                <c:pt idx="67">
                  <c:v>214.5</c:v>
                </c:pt>
                <c:pt idx="68">
                  <c:v>219.6</c:v>
                </c:pt>
                <c:pt idx="69">
                  <c:v>225.3</c:v>
                </c:pt>
                <c:pt idx="70">
                  <c:v>231.6</c:v>
                </c:pt>
                <c:pt idx="71">
                  <c:v>237.2</c:v>
                </c:pt>
                <c:pt idx="72">
                  <c:v>247.9</c:v>
                </c:pt>
                <c:pt idx="73">
                  <c:v>259.2</c:v>
                </c:pt>
                <c:pt idx="74">
                  <c:v>263.2</c:v>
                </c:pt>
                <c:pt idx="75">
                  <c:v>262.7</c:v>
                </c:pt>
                <c:pt idx="76">
                  <c:v>257.5</c:v>
                </c:pt>
                <c:pt idx="77">
                  <c:v>256.9</c:v>
                </c:pt>
                <c:pt idx="78">
                  <c:v>255.4</c:v>
                </c:pt>
                <c:pt idx="79">
                  <c:v>253.7</c:v>
                </c:pt>
                <c:pt idx="80">
                  <c:v>251.8</c:v>
                </c:pt>
                <c:pt idx="81">
                  <c:v>248.3</c:v>
                </c:pt>
                <c:pt idx="82">
                  <c:v>243.4</c:v>
                </c:pt>
                <c:pt idx="83">
                  <c:v>238.6</c:v>
                </c:pt>
                <c:pt idx="84">
                  <c:v>230.9</c:v>
                </c:pt>
                <c:pt idx="85">
                  <c:v>222.2</c:v>
                </c:pt>
                <c:pt idx="86">
                  <c:v>219.7</c:v>
                </c:pt>
                <c:pt idx="87">
                  <c:v>220.0</c:v>
                </c:pt>
                <c:pt idx="88">
                  <c:v>222.6</c:v>
                </c:pt>
                <c:pt idx="89">
                  <c:v>221.7</c:v>
                </c:pt>
                <c:pt idx="90">
                  <c:v>220.0</c:v>
                </c:pt>
                <c:pt idx="91">
                  <c:v>217.6</c:v>
                </c:pt>
                <c:pt idx="92">
                  <c:v>218.7</c:v>
                </c:pt>
                <c:pt idx="93">
                  <c:v>224.6</c:v>
                </c:pt>
                <c:pt idx="94">
                  <c:v>230.5</c:v>
                </c:pt>
                <c:pt idx="95">
                  <c:v>232.4</c:v>
                </c:pt>
                <c:pt idx="96">
                  <c:v>232.6</c:v>
                </c:pt>
                <c:pt idx="97">
                  <c:v>233.4</c:v>
                </c:pt>
                <c:pt idx="98">
                  <c:v>235.1</c:v>
                </c:pt>
                <c:pt idx="99">
                  <c:v>236.2</c:v>
                </c:pt>
                <c:pt idx="100">
                  <c:v>238.7</c:v>
                </c:pt>
                <c:pt idx="101">
                  <c:v>241.5</c:v>
                </c:pt>
                <c:pt idx="102">
                  <c:v>244.9</c:v>
                </c:pt>
                <c:pt idx="103">
                  <c:v>249.3</c:v>
                </c:pt>
                <c:pt idx="104">
                  <c:v>251.2</c:v>
                </c:pt>
                <c:pt idx="105">
                  <c:v>249.0</c:v>
                </c:pt>
                <c:pt idx="106">
                  <c:v>246.7</c:v>
                </c:pt>
                <c:pt idx="107">
                  <c:v>248.1</c:v>
                </c:pt>
                <c:pt idx="108">
                  <c:v>248.8</c:v>
                </c:pt>
                <c:pt idx="109">
                  <c:v>248.4</c:v>
                </c:pt>
                <c:pt idx="110">
                  <c:v>246.1</c:v>
                </c:pt>
                <c:pt idx="111">
                  <c:v>243.0</c:v>
                </c:pt>
                <c:pt idx="112">
                  <c:v>238.3</c:v>
                </c:pt>
                <c:pt idx="113">
                  <c:v>234.2</c:v>
                </c:pt>
                <c:pt idx="114">
                  <c:v>229.9</c:v>
                </c:pt>
                <c:pt idx="115">
                  <c:v>224.6</c:v>
                </c:pt>
                <c:pt idx="116">
                  <c:v>218.7</c:v>
                </c:pt>
                <c:pt idx="117">
                  <c:v>212.3</c:v>
                </c:pt>
                <c:pt idx="118">
                  <c:v>204.9</c:v>
                </c:pt>
                <c:pt idx="119">
                  <c:v>198.1</c:v>
                </c:pt>
                <c:pt idx="120">
                  <c:v>192.9</c:v>
                </c:pt>
                <c:pt idx="121">
                  <c:v>187.8</c:v>
                </c:pt>
                <c:pt idx="122">
                  <c:v>185.4</c:v>
                </c:pt>
                <c:pt idx="123">
                  <c:v>183.2</c:v>
                </c:pt>
                <c:pt idx="124">
                  <c:v>180.5</c:v>
                </c:pt>
                <c:pt idx="125">
                  <c:v>178.7</c:v>
                </c:pt>
                <c:pt idx="126">
                  <c:v>176.9</c:v>
                </c:pt>
                <c:pt idx="127">
                  <c:v>175.6</c:v>
                </c:pt>
                <c:pt idx="128">
                  <c:v>175.8</c:v>
                </c:pt>
                <c:pt idx="129">
                  <c:v>176.1</c:v>
                </c:pt>
                <c:pt idx="130">
                  <c:v>177.5</c:v>
                </c:pt>
                <c:pt idx="131">
                  <c:v>179.2</c:v>
                </c:pt>
                <c:pt idx="132">
                  <c:v>180.0</c:v>
                </c:pt>
                <c:pt idx="133">
                  <c:v>181.8</c:v>
                </c:pt>
                <c:pt idx="134">
                  <c:v>181.6</c:v>
                </c:pt>
                <c:pt idx="135">
                  <c:v>181.8</c:v>
                </c:pt>
                <c:pt idx="136">
                  <c:v>183.3</c:v>
                </c:pt>
                <c:pt idx="137">
                  <c:v>185.7</c:v>
                </c:pt>
                <c:pt idx="138">
                  <c:v>188.1</c:v>
                </c:pt>
                <c:pt idx="139">
                  <c:v>189.0</c:v>
                </c:pt>
                <c:pt idx="140">
                  <c:v>189.1</c:v>
                </c:pt>
                <c:pt idx="141">
                  <c:v>190.7</c:v>
                </c:pt>
                <c:pt idx="142">
                  <c:v>192.5</c:v>
                </c:pt>
                <c:pt idx="143">
                  <c:v>194.3</c:v>
                </c:pt>
                <c:pt idx="144">
                  <c:v>196.0</c:v>
                </c:pt>
                <c:pt idx="145">
                  <c:v>196.5</c:v>
                </c:pt>
                <c:pt idx="146">
                  <c:v>196.5</c:v>
                </c:pt>
                <c:pt idx="147">
                  <c:v>195.6</c:v>
                </c:pt>
                <c:pt idx="148">
                  <c:v>196.0</c:v>
                </c:pt>
                <c:pt idx="149">
                  <c:v>195.1</c:v>
                </c:pt>
                <c:pt idx="150">
                  <c:v>194.0</c:v>
                </c:pt>
                <c:pt idx="151">
                  <c:v>195.2</c:v>
                </c:pt>
                <c:pt idx="152">
                  <c:v>199.0</c:v>
                </c:pt>
                <c:pt idx="153">
                  <c:v>199.1</c:v>
                </c:pt>
                <c:pt idx="154">
                  <c:v>198.4</c:v>
                </c:pt>
                <c:pt idx="155">
                  <c:v>198.2</c:v>
                </c:pt>
                <c:pt idx="156">
                  <c:v>201.0</c:v>
                </c:pt>
                <c:pt idx="157">
                  <c:v>206.0</c:v>
                </c:pt>
                <c:pt idx="158">
                  <c:v>210.1</c:v>
                </c:pt>
                <c:pt idx="159">
                  <c:v>211.2</c:v>
                </c:pt>
                <c:pt idx="160">
                  <c:v>212.3</c:v>
                </c:pt>
                <c:pt idx="161">
                  <c:v>215.4</c:v>
                </c:pt>
                <c:pt idx="162">
                  <c:v>216.3</c:v>
                </c:pt>
                <c:pt idx="163">
                  <c:v>216.7</c:v>
                </c:pt>
                <c:pt idx="164">
                  <c:v>215.4</c:v>
                </c:pt>
                <c:pt idx="165">
                  <c:v>216.2</c:v>
                </c:pt>
                <c:pt idx="166">
                  <c:v>216.4</c:v>
                </c:pt>
                <c:pt idx="167">
                  <c:v>216.4</c:v>
                </c:pt>
                <c:pt idx="168">
                  <c:v>215.4</c:v>
                </c:pt>
                <c:pt idx="169">
                  <c:v>217.1</c:v>
                </c:pt>
                <c:pt idx="170">
                  <c:v>218.7</c:v>
                </c:pt>
                <c:pt idx="171">
                  <c:v>222.0</c:v>
                </c:pt>
                <c:pt idx="172">
                  <c:v>225.1</c:v>
                </c:pt>
                <c:pt idx="173">
                  <c:v>227.4</c:v>
                </c:pt>
                <c:pt idx="174">
                  <c:v>232.6</c:v>
                </c:pt>
                <c:pt idx="175">
                  <c:v>235.5</c:v>
                </c:pt>
                <c:pt idx="176">
                  <c:v>236.0</c:v>
                </c:pt>
                <c:pt idx="177">
                  <c:v>237.0</c:v>
                </c:pt>
                <c:pt idx="178">
                  <c:v>238.6</c:v>
                </c:pt>
                <c:pt idx="179">
                  <c:v>241.7</c:v>
                </c:pt>
                <c:pt idx="180">
                  <c:v>243.8</c:v>
                </c:pt>
                <c:pt idx="181">
                  <c:v>238.2</c:v>
                </c:pt>
                <c:pt idx="182">
                  <c:v>233.5</c:v>
                </c:pt>
                <c:pt idx="183">
                  <c:v>230.3</c:v>
                </c:pt>
                <c:pt idx="184">
                  <c:v>226.3</c:v>
                </c:pt>
                <c:pt idx="185">
                  <c:v>222.3</c:v>
                </c:pt>
                <c:pt idx="186">
                  <c:v>218.0</c:v>
                </c:pt>
                <c:pt idx="187">
                  <c:v>214.9</c:v>
                </c:pt>
                <c:pt idx="188">
                  <c:v>215.0</c:v>
                </c:pt>
                <c:pt idx="189">
                  <c:v>215.0</c:v>
                </c:pt>
                <c:pt idx="190">
                  <c:v>214.7</c:v>
                </c:pt>
                <c:pt idx="191">
                  <c:v>211.9</c:v>
                </c:pt>
                <c:pt idx="192">
                  <c:v>210.3</c:v>
                </c:pt>
                <c:pt idx="193">
                  <c:v>214.6</c:v>
                </c:pt>
                <c:pt idx="194">
                  <c:v>218.2</c:v>
                </c:pt>
                <c:pt idx="195">
                  <c:v>223.9</c:v>
                </c:pt>
                <c:pt idx="196">
                  <c:v>230.2</c:v>
                </c:pt>
                <c:pt idx="197">
                  <c:v>237.1</c:v>
                </c:pt>
                <c:pt idx="198">
                  <c:v>243.4</c:v>
                </c:pt>
                <c:pt idx="199">
                  <c:v>252.7</c:v>
                </c:pt>
                <c:pt idx="200">
                  <c:v>260.2</c:v>
                </c:pt>
                <c:pt idx="201">
                  <c:v>265.0</c:v>
                </c:pt>
                <c:pt idx="202">
                  <c:v>267.6</c:v>
                </c:pt>
                <c:pt idx="203">
                  <c:v>269.5</c:v>
                </c:pt>
                <c:pt idx="204">
                  <c:v>272.2</c:v>
                </c:pt>
                <c:pt idx="205">
                  <c:v>272.6</c:v>
                </c:pt>
                <c:pt idx="206">
                  <c:v>274.0</c:v>
                </c:pt>
                <c:pt idx="207">
                  <c:v>275.4</c:v>
                </c:pt>
                <c:pt idx="208">
                  <c:v>277.3</c:v>
                </c:pt>
                <c:pt idx="209">
                  <c:v>277.5</c:v>
                </c:pt>
                <c:pt idx="210">
                  <c:v>281.7</c:v>
                </c:pt>
                <c:pt idx="211">
                  <c:v>282.2</c:v>
                </c:pt>
                <c:pt idx="212">
                  <c:v>286.6</c:v>
                </c:pt>
                <c:pt idx="213">
                  <c:v>291.8</c:v>
                </c:pt>
                <c:pt idx="214">
                  <c:v>301.8</c:v>
                </c:pt>
                <c:pt idx="215">
                  <c:v>314.0</c:v>
                </c:pt>
                <c:pt idx="216">
                  <c:v>320.4</c:v>
                </c:pt>
                <c:pt idx="217">
                  <c:v>325.6</c:v>
                </c:pt>
                <c:pt idx="218">
                  <c:v>331.4</c:v>
                </c:pt>
                <c:pt idx="219">
                  <c:v>334.4</c:v>
                </c:pt>
                <c:pt idx="220">
                  <c:v>334.2</c:v>
                </c:pt>
                <c:pt idx="221">
                  <c:v>332.2</c:v>
                </c:pt>
                <c:pt idx="222">
                  <c:v>325.6</c:v>
                </c:pt>
                <c:pt idx="223">
                  <c:v>324.5</c:v>
                </c:pt>
                <c:pt idx="224">
                  <c:v>321.4</c:v>
                </c:pt>
                <c:pt idx="225">
                  <c:v>321.0</c:v>
                </c:pt>
                <c:pt idx="226">
                  <c:v>318.6</c:v>
                </c:pt>
                <c:pt idx="227">
                  <c:v>316.7</c:v>
                </c:pt>
                <c:pt idx="228">
                  <c:v>319.2</c:v>
                </c:pt>
                <c:pt idx="229">
                  <c:v>320.6</c:v>
                </c:pt>
                <c:pt idx="230">
                  <c:v>320.5</c:v>
                </c:pt>
                <c:pt idx="231">
                  <c:v>321.5</c:v>
                </c:pt>
                <c:pt idx="232">
                  <c:v>324.9</c:v>
                </c:pt>
                <c:pt idx="233">
                  <c:v>330.9</c:v>
                </c:pt>
                <c:pt idx="234">
                  <c:v>339.0</c:v>
                </c:pt>
                <c:pt idx="235">
                  <c:v>342.6</c:v>
                </c:pt>
                <c:pt idx="236">
                  <c:v>344.7</c:v>
                </c:pt>
                <c:pt idx="237">
                  <c:v>346.1</c:v>
                </c:pt>
                <c:pt idx="238">
                  <c:v>347.7</c:v>
                </c:pt>
                <c:pt idx="239">
                  <c:v>346.2</c:v>
                </c:pt>
                <c:pt idx="240">
                  <c:v>343.6</c:v>
                </c:pt>
                <c:pt idx="241">
                  <c:v>342.9</c:v>
                </c:pt>
                <c:pt idx="242">
                  <c:v>343.7</c:v>
                </c:pt>
                <c:pt idx="243">
                  <c:v>345.0</c:v>
                </c:pt>
                <c:pt idx="244">
                  <c:v>346.1</c:v>
                </c:pt>
                <c:pt idx="245">
                  <c:v>346.7</c:v>
                </c:pt>
                <c:pt idx="246">
                  <c:v>345.8</c:v>
                </c:pt>
                <c:pt idx="247">
                  <c:v>345.4</c:v>
                </c:pt>
                <c:pt idx="248">
                  <c:v>345.1</c:v>
                </c:pt>
                <c:pt idx="249">
                  <c:v>346.0</c:v>
                </c:pt>
                <c:pt idx="250">
                  <c:v>347.4</c:v>
                </c:pt>
                <c:pt idx="251">
                  <c:v>348.9</c:v>
                </c:pt>
                <c:pt idx="252">
                  <c:v>349.0</c:v>
                </c:pt>
                <c:pt idx="253">
                  <c:v>347.4</c:v>
                </c:pt>
                <c:pt idx="254">
                  <c:v>343.7</c:v>
                </c:pt>
                <c:pt idx="255">
                  <c:v>337.5</c:v>
                </c:pt>
                <c:pt idx="256">
                  <c:v>331.8</c:v>
                </c:pt>
                <c:pt idx="257">
                  <c:v>324.5</c:v>
                </c:pt>
                <c:pt idx="258">
                  <c:v>317.1</c:v>
                </c:pt>
                <c:pt idx="259">
                  <c:v>308.3</c:v>
                </c:pt>
                <c:pt idx="260">
                  <c:v>297.7</c:v>
                </c:pt>
                <c:pt idx="261">
                  <c:v>285.5</c:v>
                </c:pt>
                <c:pt idx="262">
                  <c:v>274.4</c:v>
                </c:pt>
                <c:pt idx="263">
                  <c:v>265.6</c:v>
                </c:pt>
                <c:pt idx="264">
                  <c:v>258.1</c:v>
                </c:pt>
                <c:pt idx="265">
                  <c:v>252.8</c:v>
                </c:pt>
                <c:pt idx="266">
                  <c:v>247.8</c:v>
                </c:pt>
                <c:pt idx="267">
                  <c:v>244.2</c:v>
                </c:pt>
                <c:pt idx="268">
                  <c:v>239.8</c:v>
                </c:pt>
                <c:pt idx="269">
                  <c:v>237.3</c:v>
                </c:pt>
                <c:pt idx="270">
                  <c:v>235.3</c:v>
                </c:pt>
                <c:pt idx="271">
                  <c:v>234.3</c:v>
                </c:pt>
                <c:pt idx="272">
                  <c:v>234.5</c:v>
                </c:pt>
                <c:pt idx="273">
                  <c:v>237.4</c:v>
                </c:pt>
                <c:pt idx="274">
                  <c:v>238.1</c:v>
                </c:pt>
                <c:pt idx="275">
                  <c:v>237.9</c:v>
                </c:pt>
                <c:pt idx="276">
                  <c:v>239.6</c:v>
                </c:pt>
                <c:pt idx="277">
                  <c:v>242.9</c:v>
                </c:pt>
                <c:pt idx="278">
                  <c:v>248.7</c:v>
                </c:pt>
                <c:pt idx="279">
                  <c:v>254.3</c:v>
                </c:pt>
                <c:pt idx="280">
                  <c:v>262.1</c:v>
                </c:pt>
                <c:pt idx="281">
                  <c:v>273.2</c:v>
                </c:pt>
                <c:pt idx="282">
                  <c:v>287.4</c:v>
                </c:pt>
                <c:pt idx="283">
                  <c:v>300.0</c:v>
                </c:pt>
                <c:pt idx="284">
                  <c:v>311.5</c:v>
                </c:pt>
                <c:pt idx="285">
                  <c:v>322.8</c:v>
                </c:pt>
                <c:pt idx="286">
                  <c:v>332.0</c:v>
                </c:pt>
                <c:pt idx="287">
                  <c:v>340.4</c:v>
                </c:pt>
                <c:pt idx="288">
                  <c:v>344.6</c:v>
                </c:pt>
                <c:pt idx="289">
                  <c:v>343.8</c:v>
                </c:pt>
                <c:pt idx="290">
                  <c:v>340.2</c:v>
                </c:pt>
                <c:pt idx="291">
                  <c:v>335.8</c:v>
                </c:pt>
                <c:pt idx="292">
                  <c:v>330.2</c:v>
                </c:pt>
                <c:pt idx="293">
                  <c:v>323.0</c:v>
                </c:pt>
                <c:pt idx="294">
                  <c:v>312.7</c:v>
                </c:pt>
                <c:pt idx="295">
                  <c:v>303.4</c:v>
                </c:pt>
                <c:pt idx="296">
                  <c:v>297.3</c:v>
                </c:pt>
                <c:pt idx="297">
                  <c:v>290.1</c:v>
                </c:pt>
                <c:pt idx="298">
                  <c:v>288.0</c:v>
                </c:pt>
                <c:pt idx="299">
                  <c:v>287.4</c:v>
                </c:pt>
                <c:pt idx="300">
                  <c:v>291.5</c:v>
                </c:pt>
                <c:pt idx="301">
                  <c:v>299.5</c:v>
                </c:pt>
                <c:pt idx="302">
                  <c:v>307.2</c:v>
                </c:pt>
                <c:pt idx="303">
                  <c:v>317.5</c:v>
                </c:pt>
                <c:pt idx="304">
                  <c:v>327.9</c:v>
                </c:pt>
                <c:pt idx="305">
                  <c:v>337.2</c:v>
                </c:pt>
                <c:pt idx="306">
                  <c:v>344.8</c:v>
                </c:pt>
                <c:pt idx="307">
                  <c:v>352.1</c:v>
                </c:pt>
                <c:pt idx="308">
                  <c:v>357.4</c:v>
                </c:pt>
                <c:pt idx="309">
                  <c:v>362.1</c:v>
                </c:pt>
                <c:pt idx="310">
                  <c:v>363.5</c:v>
                </c:pt>
                <c:pt idx="311">
                  <c:v>362.2</c:v>
                </c:pt>
                <c:pt idx="312">
                  <c:v>358.7</c:v>
                </c:pt>
                <c:pt idx="313">
                  <c:v>355.6</c:v>
                </c:pt>
                <c:pt idx="314">
                  <c:v>353.6</c:v>
                </c:pt>
                <c:pt idx="315">
                  <c:v>349.4</c:v>
                </c:pt>
                <c:pt idx="316">
                  <c:v>342.9</c:v>
                </c:pt>
                <c:pt idx="317">
                  <c:v>335.1</c:v>
                </c:pt>
                <c:pt idx="318">
                  <c:v>327.9</c:v>
                </c:pt>
                <c:pt idx="319">
                  <c:v>320.5</c:v>
                </c:pt>
                <c:pt idx="320">
                  <c:v>314.3</c:v>
                </c:pt>
                <c:pt idx="321">
                  <c:v>307.7</c:v>
                </c:pt>
                <c:pt idx="322">
                  <c:v>302.2</c:v>
                </c:pt>
                <c:pt idx="323">
                  <c:v>298.3</c:v>
                </c:pt>
                <c:pt idx="324">
                  <c:v>293.6</c:v>
                </c:pt>
                <c:pt idx="325">
                  <c:v>288.0</c:v>
                </c:pt>
                <c:pt idx="326">
                  <c:v>282.8</c:v>
                </c:pt>
                <c:pt idx="327">
                  <c:v>278.5</c:v>
                </c:pt>
                <c:pt idx="328">
                  <c:v>276.8</c:v>
                </c:pt>
                <c:pt idx="329">
                  <c:v>274.0</c:v>
                </c:pt>
                <c:pt idx="330">
                  <c:v>270.3</c:v>
                </c:pt>
                <c:pt idx="331">
                  <c:v>269.0</c:v>
                </c:pt>
                <c:pt idx="332">
                  <c:v>268.1</c:v>
                </c:pt>
                <c:pt idx="333">
                  <c:v>268.3</c:v>
                </c:pt>
                <c:pt idx="334">
                  <c:v>268.2</c:v>
                </c:pt>
                <c:pt idx="335">
                  <c:v>268.3</c:v>
                </c:pt>
                <c:pt idx="336">
                  <c:v>269.1</c:v>
                </c:pt>
                <c:pt idx="337">
                  <c:v>268.1</c:v>
                </c:pt>
                <c:pt idx="338">
                  <c:v>267.4</c:v>
                </c:pt>
                <c:pt idx="339">
                  <c:v>267.1</c:v>
                </c:pt>
                <c:pt idx="340">
                  <c:v>264.8</c:v>
                </c:pt>
                <c:pt idx="341">
                  <c:v>263.0</c:v>
                </c:pt>
                <c:pt idx="342">
                  <c:v>262.3</c:v>
                </c:pt>
                <c:pt idx="343">
                  <c:v>261.5</c:v>
                </c:pt>
                <c:pt idx="344">
                  <c:v>260.6</c:v>
                </c:pt>
                <c:pt idx="345">
                  <c:v>258.0</c:v>
                </c:pt>
                <c:pt idx="346">
                  <c:v>256.2</c:v>
                </c:pt>
                <c:pt idx="347">
                  <c:v>253.9</c:v>
                </c:pt>
                <c:pt idx="348">
                  <c:v>251.3</c:v>
                </c:pt>
                <c:pt idx="349">
                  <c:v>251.2</c:v>
                </c:pt>
                <c:pt idx="350">
                  <c:v>250.8</c:v>
                </c:pt>
                <c:pt idx="351">
                  <c:v>249.3</c:v>
                </c:pt>
                <c:pt idx="352">
                  <c:v>249.2</c:v>
                </c:pt>
                <c:pt idx="353">
                  <c:v>249.0</c:v>
                </c:pt>
                <c:pt idx="354">
                  <c:v>248.2</c:v>
                </c:pt>
                <c:pt idx="355">
                  <c:v>249.1</c:v>
                </c:pt>
                <c:pt idx="356">
                  <c:v>251.3</c:v>
                </c:pt>
                <c:pt idx="357">
                  <c:v>256.5</c:v>
                </c:pt>
                <c:pt idx="358">
                  <c:v>261.5</c:v>
                </c:pt>
                <c:pt idx="359">
                  <c:v>267.2</c:v>
                </c:pt>
                <c:pt idx="360">
                  <c:v>272.5</c:v>
                </c:pt>
                <c:pt idx="361">
                  <c:v>276.5</c:v>
                </c:pt>
                <c:pt idx="362">
                  <c:v>278.8</c:v>
                </c:pt>
                <c:pt idx="363">
                  <c:v>281.3</c:v>
                </c:pt>
                <c:pt idx="364">
                  <c:v>282.9</c:v>
                </c:pt>
                <c:pt idx="365">
                  <c:v>286.0</c:v>
                </c:pt>
                <c:pt idx="366">
                  <c:v>289.3</c:v>
                </c:pt>
                <c:pt idx="367">
                  <c:v>289.7</c:v>
                </c:pt>
                <c:pt idx="368">
                  <c:v>287.7</c:v>
                </c:pt>
                <c:pt idx="369">
                  <c:v>284.3</c:v>
                </c:pt>
                <c:pt idx="370">
                  <c:v>281.6</c:v>
                </c:pt>
                <c:pt idx="371">
                  <c:v>277.9</c:v>
                </c:pt>
                <c:pt idx="372">
                  <c:v>274.0</c:v>
                </c:pt>
                <c:pt idx="373">
                  <c:v>269.9</c:v>
                </c:pt>
                <c:pt idx="374">
                  <c:v>269.6</c:v>
                </c:pt>
                <c:pt idx="375">
                  <c:v>269.0</c:v>
                </c:pt>
                <c:pt idx="376">
                  <c:v>268.8</c:v>
                </c:pt>
                <c:pt idx="377">
                  <c:v>268.8</c:v>
                </c:pt>
                <c:pt idx="378">
                  <c:v>269.5</c:v>
                </c:pt>
                <c:pt idx="379">
                  <c:v>273.3</c:v>
                </c:pt>
                <c:pt idx="380">
                  <c:v>278.1</c:v>
                </c:pt>
                <c:pt idx="381">
                  <c:v>282.2</c:v>
                </c:pt>
                <c:pt idx="382">
                  <c:v>286.6</c:v>
                </c:pt>
                <c:pt idx="383">
                  <c:v>290.2</c:v>
                </c:pt>
                <c:pt idx="384">
                  <c:v>294.4</c:v>
                </c:pt>
                <c:pt idx="385">
                  <c:v>300.8</c:v>
                </c:pt>
                <c:pt idx="386">
                  <c:v>308.0</c:v>
                </c:pt>
                <c:pt idx="387">
                  <c:v>314.0</c:v>
                </c:pt>
                <c:pt idx="388">
                  <c:v>316.9</c:v>
                </c:pt>
                <c:pt idx="389">
                  <c:v>319.3</c:v>
                </c:pt>
                <c:pt idx="390">
                  <c:v>321.6</c:v>
                </c:pt>
                <c:pt idx="391">
                  <c:v>322.9</c:v>
                </c:pt>
                <c:pt idx="392">
                  <c:v>324.6</c:v>
                </c:pt>
                <c:pt idx="393">
                  <c:v>325.0</c:v>
                </c:pt>
                <c:pt idx="394">
                  <c:v>326.4</c:v>
                </c:pt>
                <c:pt idx="395">
                  <c:v>328.0</c:v>
                </c:pt>
                <c:pt idx="396">
                  <c:v>330.3</c:v>
                </c:pt>
                <c:pt idx="397">
                  <c:v>329.6</c:v>
                </c:pt>
                <c:pt idx="398">
                  <c:v>326.0</c:v>
                </c:pt>
                <c:pt idx="399">
                  <c:v>324.2</c:v>
                </c:pt>
                <c:pt idx="400">
                  <c:v>326.2</c:v>
                </c:pt>
                <c:pt idx="401">
                  <c:v>327.2</c:v>
                </c:pt>
                <c:pt idx="402">
                  <c:v>327.4</c:v>
                </c:pt>
                <c:pt idx="403">
                  <c:v>325.6</c:v>
                </c:pt>
                <c:pt idx="404">
                  <c:v>323.7</c:v>
                </c:pt>
                <c:pt idx="405">
                  <c:v>322.8</c:v>
                </c:pt>
                <c:pt idx="406">
                  <c:v>318.7</c:v>
                </c:pt>
                <c:pt idx="407">
                  <c:v>316.8</c:v>
                </c:pt>
                <c:pt idx="408">
                  <c:v>314.0</c:v>
                </c:pt>
                <c:pt idx="409">
                  <c:v>311.5</c:v>
                </c:pt>
                <c:pt idx="410">
                  <c:v>308.9</c:v>
                </c:pt>
                <c:pt idx="411">
                  <c:v>307.3</c:v>
                </c:pt>
                <c:pt idx="412">
                  <c:v>304.6</c:v>
                </c:pt>
                <c:pt idx="413">
                  <c:v>302.1</c:v>
                </c:pt>
                <c:pt idx="414">
                  <c:v>299.6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4B6"/>
            </a:solidFill>
          </a:ln>
        </c:spPr>
        <c:crossAx val="2140495176"/>
        <c:crosses val="autoZero"/>
        <c:auto val="1"/>
        <c:lblAlgn val="ctr"/>
        <c:lblOffset val="100"/>
        <c:tickLblSkip val="60"/>
        <c:tickMarkSkip val="6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5D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US cents per kg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6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Price vs yearly average, % by calendar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seasonal ratio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6FA64A"/>
              </a:solidFill>
            </c:spPr>
          </c:dPt>
          <c:dPt>
            <c:idx val="1"/>
            <c:invertIfNegative val="0"/>
            <c:spPr>
              <a:solidFill>
                <a:srgbClr val="6FA64A"/>
              </a:solidFill>
            </c:spPr>
          </c:dPt>
          <c:dPt>
            <c:idx val="2"/>
            <c:invertIfNegative val="0"/>
            <c:spPr>
              <a:solidFill>
                <a:srgbClr val="6FA64A"/>
              </a:solidFill>
            </c:spPr>
          </c:dPt>
          <c:dPt>
            <c:idx val="3"/>
            <c:invertIfNegative val="0"/>
            <c:spPr>
              <a:solidFill>
                <a:srgbClr val="D98E04"/>
              </a:solidFill>
            </c:spPr>
          </c:dPt>
          <c:dPt>
            <c:idx val="4"/>
            <c:invertIfNegative val="0"/>
            <c:spPr>
              <a:solidFill>
                <a:srgbClr val="D98E04"/>
              </a:solidFill>
            </c:spPr>
          </c:dPt>
          <c:dPt>
            <c:idx val="5"/>
            <c:invertIfNegative val="0"/>
            <c:spPr>
              <a:solidFill>
                <a:srgbClr val="D98E04"/>
              </a:solidFill>
            </c:spPr>
          </c:dPt>
          <c:dPt>
            <c:idx val="6"/>
            <c:invertIfNegative val="0"/>
            <c:spPr>
              <a:solidFill>
                <a:srgbClr val="D98E04"/>
              </a:solidFill>
            </c:spPr>
          </c:dPt>
          <c:dPt>
            <c:idx val="7"/>
            <c:invertIfNegative val="0"/>
            <c:spPr>
              <a:solidFill>
                <a:srgbClr val="D98E04"/>
              </a:solidFill>
            </c:spPr>
          </c:dPt>
          <c:dPt>
            <c:idx val="8"/>
            <c:invertIfNegative val="0"/>
            <c:spPr>
              <a:solidFill>
                <a:srgbClr val="6FA64A"/>
              </a:solidFill>
            </c:spPr>
          </c:dPt>
          <c:dPt>
            <c:idx val="9"/>
            <c:invertIfNegative val="0"/>
            <c:spPr>
              <a:solidFill>
                <a:srgbClr val="6FA64A"/>
              </a:solidFill>
            </c:spPr>
          </c:dPt>
          <c:dPt>
            <c:idx val="10"/>
            <c:invertIfNegative val="0"/>
            <c:spPr>
              <a:solidFill>
                <a:srgbClr val="6FA64A"/>
              </a:solidFill>
            </c:spPr>
          </c:dPt>
          <c:dPt>
            <c:idx val="11"/>
            <c:invertIfNegative val="0"/>
            <c:spPr>
              <a:solidFill>
                <a:srgbClr val="6FA64A"/>
              </a:solidFill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</c:v>
                </c:pt>
                <c:pt idx="1">
                  <c:v>3.4</c:v>
                </c:pt>
                <c:pt idx="2">
                  <c:v>0.9</c:v>
                </c:pt>
                <c:pt idx="3">
                  <c:v>-3.0</c:v>
                </c:pt>
                <c:pt idx="4">
                  <c:v>-4.5</c:v>
                </c:pt>
                <c:pt idx="5">
                  <c:v>-4.5</c:v>
                </c:pt>
                <c:pt idx="6">
                  <c:v>-2.8</c:v>
                </c:pt>
                <c:pt idx="7">
                  <c:v>-0.1</c:v>
                </c:pt>
                <c:pt idx="8">
                  <c:v>3.9</c:v>
                </c:pt>
                <c:pt idx="9">
                  <c:v>2.6</c:v>
                </c:pt>
                <c:pt idx="10">
                  <c:v>0.6</c:v>
                </c:pt>
                <c:pt idx="11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C4B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5D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6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dPt>
            <c:idx val="0"/>
            <c:spPr>
              <a:solidFill>
                <a:srgbClr val="6FA64A"/>
              </a:solidFill>
            </c:spPr>
          </c:dPt>
          <c:dPt>
            <c:idx val="1"/>
            <c:spPr>
              <a:solidFill>
                <a:srgbClr val="6FA64A"/>
              </a:solidFill>
            </c:spPr>
          </c:dPt>
          <c:dPt>
            <c:idx val="2"/>
            <c:spPr>
              <a:solidFill>
                <a:srgbClr val="6FA64A"/>
              </a:solidFill>
            </c:spPr>
          </c:dPt>
          <c:dPt>
            <c:idx val="3"/>
            <c:spPr>
              <a:solidFill>
                <a:srgbClr val="9AA79C"/>
              </a:solidFill>
            </c:spPr>
          </c:dPt>
          <c:dPt>
            <c:idx val="4"/>
            <c:spPr>
              <a:solidFill>
                <a:srgbClr val="6FA64A"/>
              </a:solidFill>
            </c:spPr>
          </c:dPt>
          <c:dPt>
            <c:idx val="5"/>
            <c:spPr>
              <a:solidFill>
                <a:srgbClr val="6FA64A"/>
              </a:solidFill>
            </c:spPr>
          </c:dPt>
          <c:dPt>
            <c:idx val="6"/>
            <c:spPr>
              <a:solidFill>
                <a:srgbClr val="6FA64A"/>
              </a:solidFill>
            </c:spPr>
          </c:dPt>
          <c:dPt>
            <c:idx val="7"/>
            <c:spPr>
              <a:solidFill>
                <a:srgbClr val="6FA64A"/>
              </a:solidFill>
            </c:spPr>
          </c:dPt>
          <c:dPt>
            <c:idx val="8"/>
            <c:spPr>
              <a:solidFill>
                <a:srgbClr val="6FA64A"/>
              </a:solidFill>
            </c:spPr>
          </c:dPt>
          <c:dPt>
            <c:idx val="9"/>
            <c:spPr>
              <a:solidFill>
                <a:srgbClr val="6FA64A"/>
              </a:solidFill>
            </c:spPr>
          </c:dPt>
          <c:dPt>
            <c:idx val="10"/>
            <c:spPr>
              <a:solidFill>
                <a:srgbClr val="D98E04"/>
              </a:solidFill>
            </c:spPr>
          </c:dPt>
          <c:cat>
            <c:strRef>
              <c:f>Sheet1!$A$2:$A$12</c:f>
              <c:strCache>
                <c:ptCount val="11"/>
                <c:pt idx="0">
                  <c:v>Seasonal naive</c:v>
                </c:pt>
                <c:pt idx="1">
                  <c:v>ARIMA(2,1,3)</c:v>
                </c:pt>
                <c:pt idx="2">
                  <c:v>Simple exp. smoothing</c:v>
                </c:pt>
                <c:pt idx="3">
                  <c:v>Naive (last value)</c:v>
                </c:pt>
                <c:pt idx="4">
                  <c:v>Random forest (lags)</c:v>
                </c:pt>
                <c:pt idx="5">
                  <c:v>Holt (damped trend)</c:v>
                </c:pt>
                <c:pt idx="6">
                  <c:v>Drift</c:v>
                </c:pt>
                <c:pt idx="7">
                  <c:v>Holt-Winters</c:v>
                </c:pt>
                <c:pt idx="8">
                  <c:v>SARIMA(2,1,1)(1,0,1)12</c:v>
                </c:pt>
                <c:pt idx="9">
                  <c:v>Ridge (lags)</c:v>
                </c:pt>
                <c:pt idx="10">
                  <c:v>Gradient boosting (lags)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50.8</c:v>
                </c:pt>
                <c:pt idx="1">
                  <c:v>47.8</c:v>
                </c:pt>
                <c:pt idx="2">
                  <c:v>47.7</c:v>
                </c:pt>
                <c:pt idx="3">
                  <c:v>47.7</c:v>
                </c:pt>
                <c:pt idx="4">
                  <c:v>47.6</c:v>
                </c:pt>
                <c:pt idx="5">
                  <c:v>46.7</c:v>
                </c:pt>
                <c:pt idx="6">
                  <c:v>44.2</c:v>
                </c:pt>
                <c:pt idx="7">
                  <c:v>42.8</c:v>
                </c:pt>
                <c:pt idx="8">
                  <c:v>42.2</c:v>
                </c:pt>
                <c:pt idx="9">
                  <c:v>40.2</c:v>
                </c:pt>
                <c:pt idx="10">
                  <c:v>32.7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4B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5D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RMSE, US cents per kg (lower is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6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RMSE</c:v>
                </c:pt>
              </c:strCache>
            </c:strRef>
          </c:tx>
          <c:dPt>
            <c:idx val="0"/>
            <c:spPr>
              <a:solidFill>
                <a:srgbClr val="6FA64A"/>
              </a:solidFill>
            </c:spPr>
          </c:dPt>
          <c:dPt>
            <c:idx val="1"/>
            <c:spPr>
              <a:solidFill>
                <a:srgbClr val="9AA79C"/>
              </a:solidFill>
            </c:spPr>
          </c:dPt>
          <c:dPt>
            <c:idx val="2"/>
            <c:spPr>
              <a:solidFill>
                <a:srgbClr val="6FA64A"/>
              </a:solidFill>
            </c:spPr>
          </c:dPt>
          <c:dPt>
            <c:idx val="3"/>
            <c:spPr>
              <a:solidFill>
                <a:srgbClr val="6FA64A"/>
              </a:solidFill>
            </c:spPr>
          </c:dPt>
          <c:dPt>
            <c:idx val="4"/>
            <c:spPr>
              <a:solidFill>
                <a:srgbClr val="6FA64A"/>
              </a:solidFill>
            </c:spPr>
          </c:dPt>
          <c:dPt>
            <c:idx val="5"/>
            <c:spPr>
              <a:solidFill>
                <a:srgbClr val="6FA64A"/>
              </a:solidFill>
            </c:spPr>
          </c:dPt>
          <c:dPt>
            <c:idx val="6"/>
            <c:spPr>
              <a:solidFill>
                <a:srgbClr val="D98E04"/>
              </a:solidFill>
            </c:spPr>
          </c:dPt>
          <c:cat>
            <c:strRef>
              <c:f>Sheet1!$A$2:$A$8</c:f>
              <c:strCache>
                <c:ptCount val="7"/>
                <c:pt idx="0">
                  <c:v>Random forest</c:v>
                </c:pt>
                <c:pt idx="1">
                  <c:v>Naive</c:v>
                </c:pt>
                <c:pt idx="2">
                  <c:v>Holt (damped)</c:v>
                </c:pt>
                <c:pt idx="3">
                  <c:v>Drift</c:v>
                </c:pt>
                <c:pt idx="4">
                  <c:v>ARIMA(2,1,3)</c:v>
                </c:pt>
                <c:pt idx="5">
                  <c:v>Gradient boosting</c:v>
                </c:pt>
                <c:pt idx="6">
                  <c:v>Holt-Winters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31.1</c:v>
                </c:pt>
                <c:pt idx="1">
                  <c:v>30.0</c:v>
                </c:pt>
                <c:pt idx="2">
                  <c:v>30.0</c:v>
                </c:pt>
                <c:pt idx="3">
                  <c:v>29.8</c:v>
                </c:pt>
                <c:pt idx="4">
                  <c:v>29.4</c:v>
                </c:pt>
                <c:pt idx="5">
                  <c:v>28.3</c:v>
                </c:pt>
                <c:pt idx="6">
                  <c:v>27.1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4B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DE5D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Mean 12-month RMSE (lower is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B6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8575">
              <a:solidFill>
                <a:srgbClr val="1F2A22"/>
              </a:solidFill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  <c:pt idx="48">
                  <c:v>2026-01</c:v>
                </c:pt>
                <c:pt idx="49">
                  <c:v>2026-02</c:v>
                </c:pt>
                <c:pt idx="50">
                  <c:v>2026-03</c:v>
                </c:pt>
                <c:pt idx="51">
                  <c:v>2026-04</c:v>
                </c:pt>
                <c:pt idx="52">
                  <c:v>2026-05</c:v>
                </c:pt>
                <c:pt idx="53">
                  <c:v>2026-06</c:v>
                </c:pt>
                <c:pt idx="54">
                  <c:v>2026-07</c:v>
                </c:pt>
                <c:pt idx="55">
                  <c:v>2026-08</c:v>
                </c:pt>
                <c:pt idx="56">
                  <c:v>2026-09</c:v>
                </c:pt>
                <c:pt idx="57">
                  <c:v>2026-10</c:v>
                </c:pt>
                <c:pt idx="58">
                  <c:v>2026-11</c:v>
                </c:pt>
                <c:pt idx="59">
                  <c:v>2026-12</c:v>
                </c:pt>
                <c:pt idx="60">
                  <c:v>2027-01</c:v>
                </c:pt>
                <c:pt idx="61">
                  <c:v>2027-02</c:v>
                </c:pt>
                <c:pt idx="62">
                  <c:v>2027-03</c:v>
                </c:pt>
                <c:pt idx="63">
                  <c:v>2027-04</c:v>
                </c:pt>
                <c:pt idx="64">
                  <c:v>2027-05</c:v>
                </c:pt>
                <c:pt idx="65">
                  <c:v>2027-06</c:v>
                </c:pt>
                <c:pt idx="66">
                  <c:v>2027-07</c:v>
                </c:pt>
                <c:pt idx="67">
                  <c:v>2027-08</c:v>
                </c:pt>
                <c:pt idx="68">
                  <c:v>2027-09</c:v>
                </c:pt>
                <c:pt idx="69">
                  <c:v>2027-10</c:v>
                </c:pt>
                <c:pt idx="70">
                  <c:v>2027-11</c:v>
                </c:pt>
                <c:pt idx="71">
                  <c:v>2027-12</c:v>
                </c:pt>
                <c:pt idx="72">
                  <c:v>2028-01</c:v>
                </c:pt>
                <c:pt idx="73">
                  <c:v>2028-02</c:v>
                </c:pt>
                <c:pt idx="74">
                  <c:v>2028-03</c:v>
                </c:pt>
                <c:pt idx="75">
                  <c:v>2028-04</c:v>
                </c:pt>
                <c:pt idx="76">
                  <c:v>2028-05</c:v>
                </c:pt>
                <c:pt idx="77">
                  <c:v>2028-06</c:v>
                </c:pt>
                <c:pt idx="78">
                  <c:v>2028-07</c:v>
                </c:pt>
              </c:strCache>
            </c:strRef>
          </c:cat>
          <c:val>
            <c:numRef>
              <c:f>Sheet1!$B$2:$B$80</c:f>
              <c:numCache>
                <c:formatCode>General</c:formatCode>
                <c:ptCount val="79"/>
                <c:pt idx="0">
                  <c:v>312.4</c:v>
                </c:pt>
                <c:pt idx="1">
                  <c:v>314.1</c:v>
                </c:pt>
                <c:pt idx="2">
                  <c:v>282.4</c:v>
                </c:pt>
                <c:pt idx="3">
                  <c:v>270.6</c:v>
                </c:pt>
                <c:pt idx="4">
                  <c:v>263.5</c:v>
                </c:pt>
                <c:pt idx="5">
                  <c:v>265.3</c:v>
                </c:pt>
                <c:pt idx="6">
                  <c:v>264.5</c:v>
                </c:pt>
                <c:pt idx="7">
                  <c:v>262.2</c:v>
                </c:pt>
                <c:pt idx="8">
                  <c:v>268.8</c:v>
                </c:pt>
                <c:pt idx="9">
                  <c:v>275.1</c:v>
                </c:pt>
                <c:pt idx="10">
                  <c:v>283.3</c:v>
                </c:pt>
                <c:pt idx="11">
                  <c:v>273.3</c:v>
                </c:pt>
                <c:pt idx="12">
                  <c:v>264.9</c:v>
                </c:pt>
                <c:pt idx="13">
                  <c:v>264.5</c:v>
                </c:pt>
                <c:pt idx="14">
                  <c:v>278.8</c:v>
                </c:pt>
                <c:pt idx="15">
                  <c:v>264.2</c:v>
                </c:pt>
                <c:pt idx="16">
                  <c:v>260.8</c:v>
                </c:pt>
                <c:pt idx="17">
                  <c:v>265.0</c:v>
                </c:pt>
                <c:pt idx="18">
                  <c:v>273.2</c:v>
                </c:pt>
                <c:pt idx="19">
                  <c:v>307.4</c:v>
                </c:pt>
                <c:pt idx="20">
                  <c:v>326.8</c:v>
                </c:pt>
                <c:pt idx="21">
                  <c:v>324.1</c:v>
                </c:pt>
                <c:pt idx="22">
                  <c:v>335.6</c:v>
                </c:pt>
                <c:pt idx="23">
                  <c:v>317.2</c:v>
                </c:pt>
                <c:pt idx="24">
                  <c:v>315.1</c:v>
                </c:pt>
                <c:pt idx="25">
                  <c:v>340.9</c:v>
                </c:pt>
                <c:pt idx="26">
                  <c:v>365.0</c:v>
                </c:pt>
                <c:pt idx="27">
                  <c:v>336.5</c:v>
                </c:pt>
                <c:pt idx="28">
                  <c:v>295.9</c:v>
                </c:pt>
                <c:pt idx="29">
                  <c:v>293.9</c:v>
                </c:pt>
                <c:pt idx="30">
                  <c:v>300.6</c:v>
                </c:pt>
                <c:pt idx="31">
                  <c:v>323.5</c:v>
                </c:pt>
                <c:pt idx="32">
                  <c:v>346.8</c:v>
                </c:pt>
                <c:pt idx="33">
                  <c:v>328.5</c:v>
                </c:pt>
                <c:pt idx="34">
                  <c:v>352.5</c:v>
                </c:pt>
                <c:pt idx="35">
                  <c:v>337.1</c:v>
                </c:pt>
                <c:pt idx="36">
                  <c:v>342.7</c:v>
                </c:pt>
                <c:pt idx="37">
                  <c:v>332.8</c:v>
                </c:pt>
                <c:pt idx="38">
                  <c:v>320.8</c:v>
                </c:pt>
                <c:pt idx="39">
                  <c:v>315.9</c:v>
                </c:pt>
                <c:pt idx="40">
                  <c:v>318.9</c:v>
                </c:pt>
                <c:pt idx="41">
                  <c:v>306.0</c:v>
                </c:pt>
                <c:pt idx="42">
                  <c:v>303.8</c:v>
                </c:pt>
                <c:pt idx="43">
                  <c:v>301.8</c:v>
                </c:pt>
                <c:pt idx="44">
                  <c:v>323.6</c:v>
                </c:pt>
                <c:pt idx="45">
                  <c:v>317.5</c:v>
                </c:pt>
                <c:pt idx="46">
                  <c:v>303.8</c:v>
                </c:pt>
                <c:pt idx="47">
                  <c:v>313.7</c:v>
                </c:pt>
                <c:pt idx="48">
                  <c:v>309.8</c:v>
                </c:pt>
                <c:pt idx="49">
                  <c:v>302.7</c:v>
                </c:pt>
                <c:pt idx="50">
                  <c:v>289.9</c:v>
                </c:pt>
                <c:pt idx="51">
                  <c:v>295.7</c:v>
                </c:pt>
                <c:pt idx="52">
                  <c:v>287.4</c:v>
                </c:pt>
                <c:pt idx="53">
                  <c:v>275.9</c:v>
                </c:pt>
                <c:pt idx="54">
                  <c:v>273.1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forecast</c:v>
                </c:pt>
              </c:strCache>
            </c:strRef>
          </c:tx>
          <c:spPr>
            <a:ln w="34925">
              <a:solidFill>
                <a:srgbClr val="B03A2E"/>
              </a:solidFill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  <c:pt idx="48">
                  <c:v>2026-01</c:v>
                </c:pt>
                <c:pt idx="49">
                  <c:v>2026-02</c:v>
                </c:pt>
                <c:pt idx="50">
                  <c:v>2026-03</c:v>
                </c:pt>
                <c:pt idx="51">
                  <c:v>2026-04</c:v>
                </c:pt>
                <c:pt idx="52">
                  <c:v>2026-05</c:v>
                </c:pt>
                <c:pt idx="53">
                  <c:v>2026-06</c:v>
                </c:pt>
                <c:pt idx="54">
                  <c:v>2026-07</c:v>
                </c:pt>
                <c:pt idx="55">
                  <c:v>2026-08</c:v>
                </c:pt>
                <c:pt idx="56">
                  <c:v>2026-09</c:v>
                </c:pt>
                <c:pt idx="57">
                  <c:v>2026-10</c:v>
                </c:pt>
                <c:pt idx="58">
                  <c:v>2026-11</c:v>
                </c:pt>
                <c:pt idx="59">
                  <c:v>2026-12</c:v>
                </c:pt>
                <c:pt idx="60">
                  <c:v>2027-01</c:v>
                </c:pt>
                <c:pt idx="61">
                  <c:v>2027-02</c:v>
                </c:pt>
                <c:pt idx="62">
                  <c:v>2027-03</c:v>
                </c:pt>
                <c:pt idx="63">
                  <c:v>2027-04</c:v>
                </c:pt>
                <c:pt idx="64">
                  <c:v>2027-05</c:v>
                </c:pt>
                <c:pt idx="65">
                  <c:v>2027-06</c:v>
                </c:pt>
                <c:pt idx="66">
                  <c:v>2027-07</c:v>
                </c:pt>
                <c:pt idx="67">
                  <c:v>2027-08</c:v>
                </c:pt>
                <c:pt idx="68">
                  <c:v>2027-09</c:v>
                </c:pt>
                <c:pt idx="69">
                  <c:v>2027-10</c:v>
                </c:pt>
                <c:pt idx="70">
                  <c:v>2027-11</c:v>
                </c:pt>
                <c:pt idx="71">
                  <c:v>2027-12</c:v>
                </c:pt>
                <c:pt idx="72">
                  <c:v>2028-01</c:v>
                </c:pt>
                <c:pt idx="73">
                  <c:v>2028-02</c:v>
                </c:pt>
                <c:pt idx="74">
                  <c:v>2028-03</c:v>
                </c:pt>
                <c:pt idx="75">
                  <c:v>2028-04</c:v>
                </c:pt>
                <c:pt idx="76">
                  <c:v>2028-05</c:v>
                </c:pt>
                <c:pt idx="77">
                  <c:v>2028-06</c:v>
                </c:pt>
                <c:pt idx="78">
                  <c:v>2028-07</c:v>
                </c:pt>
              </c:strCache>
            </c:strRef>
          </c:cat>
          <c:val>
            <c:numRef>
              <c:f>Sheet1!$C$2:$C$80</c:f>
              <c:numCache>
                <c:formatCode>General</c:formatCode>
                <c:ptCount val="79"/>
                <c:pt idx="54">
                  <c:v>273.1</c:v>
                </c:pt>
                <c:pt idx="55">
                  <c:v>274.1</c:v>
                </c:pt>
                <c:pt idx="56">
                  <c:v>275.0</c:v>
                </c:pt>
                <c:pt idx="57">
                  <c:v>274.8</c:v>
                </c:pt>
                <c:pt idx="58">
                  <c:v>273.9</c:v>
                </c:pt>
                <c:pt idx="59">
                  <c:v>273.1</c:v>
                </c:pt>
                <c:pt idx="60">
                  <c:v>273.0</c:v>
                </c:pt>
                <c:pt idx="61">
                  <c:v>273.5</c:v>
                </c:pt>
                <c:pt idx="62">
                  <c:v>274.1</c:v>
                </c:pt>
                <c:pt idx="63">
                  <c:v>274.4</c:v>
                </c:pt>
                <c:pt idx="64">
                  <c:v>274.2</c:v>
                </c:pt>
                <c:pt idx="65">
                  <c:v>273.7</c:v>
                </c:pt>
                <c:pt idx="66">
                  <c:v>273.5</c:v>
                </c:pt>
                <c:pt idx="67">
                  <c:v>273.5</c:v>
                </c:pt>
                <c:pt idx="68">
                  <c:v>273.7</c:v>
                </c:pt>
                <c:pt idx="69">
                  <c:v>274.0</c:v>
                </c:pt>
                <c:pt idx="70">
                  <c:v>274.0</c:v>
                </c:pt>
                <c:pt idx="71">
                  <c:v>273.9</c:v>
                </c:pt>
                <c:pt idx="72">
                  <c:v>273.7</c:v>
                </c:pt>
                <c:pt idx="73">
                  <c:v>273.6</c:v>
                </c:pt>
                <c:pt idx="74">
                  <c:v>273.7</c:v>
                </c:pt>
                <c:pt idx="75">
                  <c:v>273.8</c:v>
                </c:pt>
                <c:pt idx="76">
                  <c:v>273.9</c:v>
                </c:pt>
                <c:pt idx="77">
                  <c:v>273.9</c:v>
                </c:pt>
                <c:pt idx="78">
                  <c:v>273.8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low</c:v>
                </c:pt>
              </c:strCache>
            </c:strRef>
          </c:tx>
          <c:spPr>
            <a:ln w="19050">
              <a:solidFill>
                <a:srgbClr val="E3A7A0"/>
              </a:solidFill>
              <a:prstDash val="dash"/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  <c:pt idx="48">
                  <c:v>2026-01</c:v>
                </c:pt>
                <c:pt idx="49">
                  <c:v>2026-02</c:v>
                </c:pt>
                <c:pt idx="50">
                  <c:v>2026-03</c:v>
                </c:pt>
                <c:pt idx="51">
                  <c:v>2026-04</c:v>
                </c:pt>
                <c:pt idx="52">
                  <c:v>2026-05</c:v>
                </c:pt>
                <c:pt idx="53">
                  <c:v>2026-06</c:v>
                </c:pt>
                <c:pt idx="54">
                  <c:v>2026-07</c:v>
                </c:pt>
                <c:pt idx="55">
                  <c:v>2026-08</c:v>
                </c:pt>
                <c:pt idx="56">
                  <c:v>2026-09</c:v>
                </c:pt>
                <c:pt idx="57">
                  <c:v>2026-10</c:v>
                </c:pt>
                <c:pt idx="58">
                  <c:v>2026-11</c:v>
                </c:pt>
                <c:pt idx="59">
                  <c:v>2026-12</c:v>
                </c:pt>
                <c:pt idx="60">
                  <c:v>2027-01</c:v>
                </c:pt>
                <c:pt idx="61">
                  <c:v>2027-02</c:v>
                </c:pt>
                <c:pt idx="62">
                  <c:v>2027-03</c:v>
                </c:pt>
                <c:pt idx="63">
                  <c:v>2027-04</c:v>
                </c:pt>
                <c:pt idx="64">
                  <c:v>2027-05</c:v>
                </c:pt>
                <c:pt idx="65">
                  <c:v>2027-06</c:v>
                </c:pt>
                <c:pt idx="66">
                  <c:v>2027-07</c:v>
                </c:pt>
                <c:pt idx="67">
                  <c:v>2027-08</c:v>
                </c:pt>
                <c:pt idx="68">
                  <c:v>2027-09</c:v>
                </c:pt>
                <c:pt idx="69">
                  <c:v>2027-10</c:v>
                </c:pt>
                <c:pt idx="70">
                  <c:v>2027-11</c:v>
                </c:pt>
                <c:pt idx="71">
                  <c:v>2027-12</c:v>
                </c:pt>
                <c:pt idx="72">
                  <c:v>2028-01</c:v>
                </c:pt>
                <c:pt idx="73">
                  <c:v>2028-02</c:v>
                </c:pt>
                <c:pt idx="74">
                  <c:v>2028-03</c:v>
                </c:pt>
                <c:pt idx="75">
                  <c:v>2028-04</c:v>
                </c:pt>
                <c:pt idx="76">
                  <c:v>2028-05</c:v>
                </c:pt>
                <c:pt idx="77">
                  <c:v>2028-06</c:v>
                </c:pt>
                <c:pt idx="78">
                  <c:v>2028-07</c:v>
                </c:pt>
              </c:strCache>
            </c:strRef>
          </c:cat>
          <c:val>
            <c:numRef>
              <c:f>Sheet1!$D$2:$D$80</c:f>
              <c:numCache>
                <c:formatCode>General</c:formatCode>
                <c:ptCount val="79"/>
                <c:pt idx="55">
                  <c:v>252.9</c:v>
                </c:pt>
                <c:pt idx="56">
                  <c:v>242.9</c:v>
                </c:pt>
                <c:pt idx="57">
                  <c:v>236.9</c:v>
                </c:pt>
                <c:pt idx="58">
                  <c:v>232.4</c:v>
                </c:pt>
                <c:pt idx="59">
                  <c:v>228.2</c:v>
                </c:pt>
                <c:pt idx="60">
                  <c:v>224.2</c:v>
                </c:pt>
                <c:pt idx="61">
                  <c:v>220.4</c:v>
                </c:pt>
                <c:pt idx="62">
                  <c:v>216.9</c:v>
                </c:pt>
                <c:pt idx="63">
                  <c:v>213.7</c:v>
                </c:pt>
                <c:pt idx="64">
                  <c:v>210.9</c:v>
                </c:pt>
                <c:pt idx="65">
                  <c:v>208.2</c:v>
                </c:pt>
                <c:pt idx="66">
                  <c:v>205.7</c:v>
                </c:pt>
                <c:pt idx="67">
                  <c:v>203.3</c:v>
                </c:pt>
                <c:pt idx="68">
                  <c:v>201.1</c:v>
                </c:pt>
                <c:pt idx="69">
                  <c:v>198.9</c:v>
                </c:pt>
                <c:pt idx="70">
                  <c:v>196.8</c:v>
                </c:pt>
                <c:pt idx="71">
                  <c:v>194.8</c:v>
                </c:pt>
                <c:pt idx="72">
                  <c:v>192.8</c:v>
                </c:pt>
                <c:pt idx="73">
                  <c:v>191.0</c:v>
                </c:pt>
                <c:pt idx="74">
                  <c:v>189.2</c:v>
                </c:pt>
                <c:pt idx="75">
                  <c:v>187.5</c:v>
                </c:pt>
                <c:pt idx="76">
                  <c:v>185.9</c:v>
                </c:pt>
                <c:pt idx="77">
                  <c:v>184.2</c:v>
                </c:pt>
                <c:pt idx="78">
                  <c:v>182.7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80% high</c:v>
                </c:pt>
              </c:strCache>
            </c:strRef>
          </c:tx>
          <c:spPr>
            <a:ln w="19050">
              <a:solidFill>
                <a:srgbClr val="E3A7A0"/>
              </a:solidFill>
              <a:prstDash val="dash"/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  <c:pt idx="48">
                  <c:v>2026-01</c:v>
                </c:pt>
                <c:pt idx="49">
                  <c:v>2026-02</c:v>
                </c:pt>
                <c:pt idx="50">
                  <c:v>2026-03</c:v>
                </c:pt>
                <c:pt idx="51">
                  <c:v>2026-04</c:v>
                </c:pt>
                <c:pt idx="52">
                  <c:v>2026-05</c:v>
                </c:pt>
                <c:pt idx="53">
                  <c:v>2026-06</c:v>
                </c:pt>
                <c:pt idx="54">
                  <c:v>2026-07</c:v>
                </c:pt>
                <c:pt idx="55">
                  <c:v>2026-08</c:v>
                </c:pt>
                <c:pt idx="56">
                  <c:v>2026-09</c:v>
                </c:pt>
                <c:pt idx="57">
                  <c:v>2026-10</c:v>
                </c:pt>
                <c:pt idx="58">
                  <c:v>2026-11</c:v>
                </c:pt>
                <c:pt idx="59">
                  <c:v>2026-12</c:v>
                </c:pt>
                <c:pt idx="60">
                  <c:v>2027-01</c:v>
                </c:pt>
                <c:pt idx="61">
                  <c:v>2027-02</c:v>
                </c:pt>
                <c:pt idx="62">
                  <c:v>2027-03</c:v>
                </c:pt>
                <c:pt idx="63">
                  <c:v>2027-04</c:v>
                </c:pt>
                <c:pt idx="64">
                  <c:v>2027-05</c:v>
                </c:pt>
                <c:pt idx="65">
                  <c:v>2027-06</c:v>
                </c:pt>
                <c:pt idx="66">
                  <c:v>2027-07</c:v>
                </c:pt>
                <c:pt idx="67">
                  <c:v>2027-08</c:v>
                </c:pt>
                <c:pt idx="68">
                  <c:v>2027-09</c:v>
                </c:pt>
                <c:pt idx="69">
                  <c:v>2027-10</c:v>
                </c:pt>
                <c:pt idx="70">
                  <c:v>2027-11</c:v>
                </c:pt>
                <c:pt idx="71">
                  <c:v>2027-12</c:v>
                </c:pt>
                <c:pt idx="72">
                  <c:v>2028-01</c:v>
                </c:pt>
                <c:pt idx="73">
                  <c:v>2028-02</c:v>
                </c:pt>
                <c:pt idx="74">
                  <c:v>2028-03</c:v>
                </c:pt>
                <c:pt idx="75">
                  <c:v>2028-04</c:v>
                </c:pt>
                <c:pt idx="76">
                  <c:v>2028-05</c:v>
                </c:pt>
                <c:pt idx="77">
                  <c:v>2028-06</c:v>
                </c:pt>
                <c:pt idx="78">
                  <c:v>2028-07</c:v>
                </c:pt>
              </c:strCache>
            </c:strRef>
          </c:cat>
          <c:val>
            <c:numRef>
              <c:f>Sheet1!$E$2:$E$80</c:f>
              <c:numCache>
                <c:formatCode>General</c:formatCode>
                <c:ptCount val="79"/>
                <c:pt idx="55">
                  <c:v>297.1</c:v>
                </c:pt>
                <c:pt idx="56">
                  <c:v>311.3</c:v>
                </c:pt>
                <c:pt idx="57">
                  <c:v>318.7</c:v>
                </c:pt>
                <c:pt idx="58">
                  <c:v>322.9</c:v>
                </c:pt>
                <c:pt idx="59">
                  <c:v>326.9</c:v>
                </c:pt>
                <c:pt idx="60">
                  <c:v>332.4</c:v>
                </c:pt>
                <c:pt idx="61">
                  <c:v>339.4</c:v>
                </c:pt>
                <c:pt idx="62">
                  <c:v>346.4</c:v>
                </c:pt>
                <c:pt idx="63">
                  <c:v>352.2</c:v>
                </c:pt>
                <c:pt idx="64">
                  <c:v>356.4</c:v>
                </c:pt>
                <c:pt idx="65">
                  <c:v>359.8</c:v>
                </c:pt>
                <c:pt idx="66">
                  <c:v>363.5</c:v>
                </c:pt>
                <c:pt idx="67">
                  <c:v>367.8</c:v>
                </c:pt>
                <c:pt idx="68">
                  <c:v>372.7</c:v>
                </c:pt>
                <c:pt idx="69">
                  <c:v>377.5</c:v>
                </c:pt>
                <c:pt idx="70">
                  <c:v>381.6</c:v>
                </c:pt>
                <c:pt idx="71">
                  <c:v>385.2</c:v>
                </c:pt>
                <c:pt idx="72">
                  <c:v>388.5</c:v>
                </c:pt>
                <c:pt idx="73">
                  <c:v>392.0</c:v>
                </c:pt>
                <c:pt idx="74">
                  <c:v>395.9</c:v>
                </c:pt>
                <c:pt idx="75">
                  <c:v>399.8</c:v>
                </c:pt>
                <c:pt idx="76">
                  <c:v>403.7</c:v>
                </c:pt>
                <c:pt idx="77">
                  <c:v>407.2</c:v>
                </c:pt>
                <c:pt idx="78">
                  <c:v>410.5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Holt-Winters</c:v>
                </c:pt>
              </c:strCache>
            </c:strRef>
          </c:tx>
          <c:spPr>
            <a:ln w="22225">
              <a:solidFill>
                <a:srgbClr val="D98E04"/>
              </a:solidFill>
              <a:prstDash val="sysDot"/>
            </a:ln>
          </c:spPr>
          <c:marker>
            <c:symbol val="none"/>
          </c:marker>
          <c:cat>
            <c:strRef>
              <c:f>Sheet1!$A$2:$A$80</c:f>
              <c:strCache>
                <c:ptCount val="79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  <c:pt idx="44">
                  <c:v>2025-09</c:v>
                </c:pt>
                <c:pt idx="45">
                  <c:v>2025-10</c:v>
                </c:pt>
                <c:pt idx="46">
                  <c:v>2025-11</c:v>
                </c:pt>
                <c:pt idx="47">
                  <c:v>2025-12</c:v>
                </c:pt>
                <c:pt idx="48">
                  <c:v>2026-01</c:v>
                </c:pt>
                <c:pt idx="49">
                  <c:v>2026-02</c:v>
                </c:pt>
                <c:pt idx="50">
                  <c:v>2026-03</c:v>
                </c:pt>
                <c:pt idx="51">
                  <c:v>2026-04</c:v>
                </c:pt>
                <c:pt idx="52">
                  <c:v>2026-05</c:v>
                </c:pt>
                <c:pt idx="53">
                  <c:v>2026-06</c:v>
                </c:pt>
                <c:pt idx="54">
                  <c:v>2026-07</c:v>
                </c:pt>
                <c:pt idx="55">
                  <c:v>2026-08</c:v>
                </c:pt>
                <c:pt idx="56">
                  <c:v>2026-09</c:v>
                </c:pt>
                <c:pt idx="57">
                  <c:v>2026-10</c:v>
                </c:pt>
                <c:pt idx="58">
                  <c:v>2026-11</c:v>
                </c:pt>
                <c:pt idx="59">
                  <c:v>2026-12</c:v>
                </c:pt>
                <c:pt idx="60">
                  <c:v>2027-01</c:v>
                </c:pt>
                <c:pt idx="61">
                  <c:v>2027-02</c:v>
                </c:pt>
                <c:pt idx="62">
                  <c:v>2027-03</c:v>
                </c:pt>
                <c:pt idx="63">
                  <c:v>2027-04</c:v>
                </c:pt>
                <c:pt idx="64">
                  <c:v>2027-05</c:v>
                </c:pt>
                <c:pt idx="65">
                  <c:v>2027-06</c:v>
                </c:pt>
                <c:pt idx="66">
                  <c:v>2027-07</c:v>
                </c:pt>
                <c:pt idx="67">
                  <c:v>2027-08</c:v>
                </c:pt>
                <c:pt idx="68">
                  <c:v>2027-09</c:v>
                </c:pt>
                <c:pt idx="69">
                  <c:v>2027-10</c:v>
                </c:pt>
                <c:pt idx="70">
                  <c:v>2027-11</c:v>
                </c:pt>
                <c:pt idx="71">
                  <c:v>2027-12</c:v>
                </c:pt>
                <c:pt idx="72">
                  <c:v>2028-01</c:v>
                </c:pt>
                <c:pt idx="73">
                  <c:v>2028-02</c:v>
                </c:pt>
                <c:pt idx="74">
                  <c:v>2028-03</c:v>
                </c:pt>
                <c:pt idx="75">
                  <c:v>2028-04</c:v>
                </c:pt>
                <c:pt idx="76">
                  <c:v>2028-05</c:v>
                </c:pt>
                <c:pt idx="77">
                  <c:v>2028-06</c:v>
                </c:pt>
                <c:pt idx="78">
                  <c:v>2028-07</c:v>
                </c:pt>
              </c:strCache>
            </c:strRef>
          </c:cat>
          <c:val>
            <c:numRef>
              <c:f>Sheet1!$F$2:$F$80</c:f>
              <c:numCache>
                <c:formatCode>General</c:formatCode>
                <c:ptCount val="79"/>
                <c:pt idx="55">
                  <c:v>279.9</c:v>
                </c:pt>
                <c:pt idx="56">
                  <c:v>290.4</c:v>
                </c:pt>
                <c:pt idx="57">
                  <c:v>287.7</c:v>
                </c:pt>
                <c:pt idx="58">
                  <c:v>283.8</c:v>
                </c:pt>
                <c:pt idx="59">
                  <c:v>281.5</c:v>
                </c:pt>
                <c:pt idx="60">
                  <c:v>285.7</c:v>
                </c:pt>
                <c:pt idx="61">
                  <c:v>288.0</c:v>
                </c:pt>
                <c:pt idx="62">
                  <c:v>279.1</c:v>
                </c:pt>
                <c:pt idx="63">
                  <c:v>269.7</c:v>
                </c:pt>
                <c:pt idx="64">
                  <c:v>267.1</c:v>
                </c:pt>
                <c:pt idx="65">
                  <c:v>266.8</c:v>
                </c:pt>
                <c:pt idx="66">
                  <c:v>273.1</c:v>
                </c:pt>
                <c:pt idx="67">
                  <c:v>279.9</c:v>
                </c:pt>
                <c:pt idx="68">
                  <c:v>290.4</c:v>
                </c:pt>
                <c:pt idx="69">
                  <c:v>287.7</c:v>
                </c:pt>
                <c:pt idx="70">
                  <c:v>283.8</c:v>
                </c:pt>
                <c:pt idx="71">
                  <c:v>281.5</c:v>
                </c:pt>
                <c:pt idx="72">
                  <c:v>285.7</c:v>
                </c:pt>
                <c:pt idx="73">
                  <c:v>288.0</c:v>
                </c:pt>
                <c:pt idx="74">
                  <c:v>279.1</c:v>
                </c:pt>
                <c:pt idx="75">
                  <c:v>269.7</c:v>
                </c:pt>
                <c:pt idx="76">
                  <c:v>267.1</c:v>
                </c:pt>
                <c:pt idx="77">
                  <c:v>266.8</c:v>
                </c:pt>
                <c:pt idx="78">
                  <c:v>273.1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C4B6"/>
            </a:solidFill>
          </a:ln>
        </c:sp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5D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/>
                  <a:t>US cents per kg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F6B6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topic: what the tea price is, why it matters to Kenya, and the four questions the study answers. About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choice of area (WHY): a commodity the country depends on, monthly data with strong time dependence, and decisions that need forecasts with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what the series is: the IMF benchmark that includes Mombasa, in nominal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the chart: no fixed mean, long swings. The 12-month average smooths out the monthly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Statistically significant but small. A 12-month periodogram peak is absent; the strongest peak is at 6 months, a harmonic of the twice-yearly highs.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ADF null: unit root. KPSS null: stationary. Both agree, so d=1. Small autocorrelation in the changes motivates ARMA terms on the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Models: naive, seasonal naive, drift, SES, Holt, Holt-Winters, ARIMA, SARIMA, random forest, gradient boosting, ridge. ML models use lagged returns and month terms with recursive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honesty slide. One hold-out favoured gradient boosting; rolling origins favour Holt-Winters; the differences are small relative to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Hold-out coverage of the nominal 80% and 95% intervals was 86% and 100%. Residuals show ARCH effects and mild non-normality, so intervals are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here: open the dashboard, zoom with the range slider, then toggle models in the hold-out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practical message and the limitations: univariate, nominal USD benchmark, one hold-out plus eight origins.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Forecasting the Global Tea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FE3C2"/>
                </a:solidFill>
                <a:latin typeface="Calibri"/>
              </a:rPr>
              <a:t>A time series study from a Kenyan export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FE3C2"/>
                </a:solidFill>
                <a:latin typeface="Calibri"/>
              </a:rPr>
              <a:t>STA 3050: Time Series Analysis and Forecasting | Term Paper presentation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CFE3C2"/>
                </a:solidFill>
                <a:latin typeface="Calibri"/>
              </a:rPr>
              <a:t>Name: ______________    Student ID: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Why tea, and why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A22"/>
                </a:solidFill>
                <a:latin typeface="Calibri"/>
              </a:rPr>
              <a:t>Tea is one of Kenya's largest export earners; Kenya is among the world's leading black tea exporters.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1F2A22"/>
                </a:solidFill>
                <a:latin typeface="Calibri"/>
              </a:rPr>
              <a:t>Farmers, factories and the Treasury all face a world price they cannot control.</a:t>
            </a:r>
          </a:p>
          <a:p>
            <a:pPr algn="l">
              <a:spcBef>
                <a:spcPts val="800"/>
              </a:spcBef>
            </a:pPr>
            <a:r>
              <a:rPr sz="1800" b="0" i="0">
                <a:solidFill>
                  <a:srgbClr val="1F2A22"/>
                </a:solidFill>
                <a:latin typeface="Calibri"/>
              </a:rPr>
              <a:t>Planning (payments, budgets, contracts) needs a forecast and a measure of its uncertainty.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66560" y="1645920"/>
            <a:ext cx="502920" cy="502920"/>
          </a:xfrm>
          <a:prstGeom prst="ellipse">
            <a:avLst/>
          </a:prstGeom>
          <a:solidFill>
            <a:srgbClr val="1E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5544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How has the price behaved? Is it seasonal?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87168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66560" y="2670048"/>
            <a:ext cx="502920" cy="502920"/>
          </a:xfrm>
          <a:prstGeom prst="ellipse">
            <a:avLst/>
          </a:prstGeom>
          <a:solidFill>
            <a:srgbClr val="1E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578608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Is it stationary? What is the autocorrelation?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511296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3694176"/>
            <a:ext cx="502920" cy="502920"/>
          </a:xfrm>
          <a:prstGeom prst="ellipse">
            <a:avLst/>
          </a:prstGeom>
          <a:solidFill>
            <a:srgbClr val="1E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602736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Which model forecasts best? Does ML win?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535424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66560" y="4718304"/>
            <a:ext cx="502920" cy="502920"/>
          </a:xfrm>
          <a:prstGeom prst="ellipse">
            <a:avLst/>
          </a:prstGeom>
          <a:solidFill>
            <a:srgbClr val="1E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626864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What is the 24-month outlook, and how uncertain?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F6B62"/>
                </a:solidFill>
                <a:latin typeface="Calibri"/>
              </a:rPr>
              <a:t>Four research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The data: 34 years of monthly prices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39"/>
            <a:ext cx="228600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415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31643"/>
            <a:ext cx="228600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monthly observations, Jan 1992 to Jul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91639"/>
            <a:ext cx="228600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31643"/>
            <a:ext cx="228600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missing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228600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31643"/>
            <a:ext cx="228600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mean price, US cents per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5544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691639"/>
            <a:ext cx="2286000" cy="9555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403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631643"/>
            <a:ext cx="2286000" cy="5907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peak, July 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F2A22"/>
                </a:solidFill>
                <a:latin typeface="Calibri"/>
              </a:rPr>
              <a:t>Source: IMF global tea price (average of Mombasa, Colombo and Calcutta auctions), via FRED code PTEAUSDM.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1F2A22"/>
                </a:solidFill>
                <a:latin typeface="Calibri"/>
              </a:rPr>
              <a:t>It is a world benchmark, not the Mombasa price alone, and is nominal in US dollars.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1F2A22"/>
                </a:solidFill>
                <a:latin typeface="Calibri"/>
              </a:rPr>
              <a:t>Low of 143 cents in July 1995; annual average 200 (1992), 346 (2011), 317 (2025); latest value 273 (Jul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The price moves in long swings, not around a fixed level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8638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0" y="1554480"/>
            <a:ext cx="3017520" cy="32918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783080"/>
            <a:ext cx="25603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Rise to a 2011 high and a July 2015 peak of 403.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1F2A22"/>
                </a:solidFill>
                <a:latin typeface="Calibri"/>
              </a:rPr>
              <a:t>Strong trend: STL trend strength 0.90.</a:t>
            </a:r>
          </a:p>
          <a:p>
            <a:pPr algn="l">
              <a:spcBef>
                <a:spcPts val="800"/>
              </a:spcBef>
            </a:pPr>
            <a:r>
              <a:rPr sz="1600" b="0" i="0">
                <a:solidFill>
                  <a:srgbClr val="1F2A22"/>
                </a:solidFill>
                <a:latin typeface="Calibri"/>
              </a:rPr>
              <a:t>Volatility is high: about 23% a year in monthly changes, and it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Seasonality is real but small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138160" y="155448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691639"/>
            <a:ext cx="3200400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p &lt; 0.001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518257"/>
            <a:ext cx="3200400" cy="528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ANOVA across months: the pattern is statistically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29184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3429000"/>
            <a:ext cx="3200400" cy="8549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0.14 vs 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255617"/>
            <a:ext cx="3200400" cy="528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Seasonal vs trend strength (STL)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07492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22"/>
                </a:solidFill>
                <a:latin typeface="Calibri"/>
              </a:rPr>
              <a:t>Highest in Jan, Feb, Sep and Oct; lowest in May and June, about 4.5% below the yearly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The price is non-stationary; one difference fixes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828800"/>
                <a:gridCol w="3017520"/>
                <a:gridCol w="2377440"/>
              </a:tblGrid>
              <a:tr h="53035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Series</a:t>
                      </a:r>
                    </a:p>
                  </a:txBody>
                  <a:tcPr anchor="ctr"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ADF p-value</a:t>
                      </a:r>
                    </a:p>
                  </a:txBody>
                  <a:tcPr anchor="ctr"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KPSS</a:t>
                      </a:r>
                    </a:p>
                  </a:txBody>
                  <a:tcPr anchor="ctr">
                    <a:solidFill>
                      <a:srgbClr val="1E4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anchor="ctr">
                    <a:solidFill>
                      <a:srgbClr val="1E4D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0.260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rejects (p &lt;= 0.01)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non-stationary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Log level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rejects (p &lt;= 0.01)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non-stationary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First difference of log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&lt; 0.001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not rejected (p &gt;= 0.10)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anchor="ctr">
                    <a:solidFill>
                      <a:srgbClr val="EEF4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Seasonal difference (12) of 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0.0001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not rejected (p &gt;= 0.10)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F2A22"/>
                          </a:solidFill>
                          <a:latin typeface="Calibri"/>
                        </a:rPr>
                        <a:t>stationary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3200400" cy="9304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d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3656"/>
            <a:ext cx="3200400" cy="575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difference the log price once in ARIMA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4572000"/>
            <a:ext cx="3200400" cy="9304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0.16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5483656"/>
            <a:ext cx="3200400" cy="575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lag-1 autocorrelation of monthly changes (lags 2 and 3: -0.20, -0.17)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4572000"/>
            <a:ext cx="3200400" cy="9304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p &lt; 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5483656"/>
            <a:ext cx="3200400" cy="5751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ARCH test: volatility clusters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Hold-out test: gradient boosting wins on 36 months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321040" y="155448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19" y="1691639"/>
            <a:ext cx="3017520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32.7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19" y="2574950"/>
            <a:ext cx="3017520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RMSE of gradient boosting, vs 47.7 for the naive forecast (-31%)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474720"/>
            <a:ext cx="3383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22"/>
                </a:solidFill>
                <a:latin typeface="Calibri"/>
              </a:rPr>
              <a:t>Train: 1992 to Jul 2023 (379 months). Test: the last 36 months.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F2A22"/>
                </a:solidFill>
                <a:latin typeface="Calibri"/>
              </a:rPr>
              <a:t>ARIMA(2,1,3) is no better than naive (47.8): changes are only weakly predictable.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F2A22"/>
                </a:solidFill>
                <a:latin typeface="Calibri"/>
              </a:rPr>
              <a:t>One split, one origin: treat the p-values with caution.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Across 8 rolling origins the ranking changes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554480"/>
            <a:ext cx="3931920" cy="16459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91639"/>
            <a:ext cx="3566160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27.1 vs 30.0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574950"/>
            <a:ext cx="3566160" cy="559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Holt-Winters vs naive: about 10% better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474720"/>
            <a:ext cx="3931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F2A22"/>
                </a:solidFill>
                <a:latin typeface="Calibri"/>
              </a:rPr>
              <a:t>Spread across origins is 16 to 19, far larger than the gaps between models.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F2A22"/>
                </a:solidFill>
                <a:latin typeface="Calibri"/>
              </a:rPr>
              <a:t>Honest conclusion: modest gains over naive; rankings are tentative.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F2A22"/>
                </a:solidFill>
                <a:latin typeface="Calibri"/>
              </a:rPr>
              <a:t>Choice of origin matters more than choice of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Forecast: about 274 cents per kg, with wide uncertainty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79552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778240" y="1554480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19" y="1691639"/>
            <a:ext cx="2560320" cy="779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19" y="2433218"/>
            <a:ext cx="2560320" cy="481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ARIMA forecast, flat over 24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3154680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19" y="3291840"/>
            <a:ext cx="2560320" cy="779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183 to 411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4033418"/>
            <a:ext cx="2560320" cy="481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B62"/>
                </a:solidFill>
                <a:latin typeface="Calibri"/>
              </a:rPr>
              <a:t>80% interval at 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75488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2A22"/>
                </a:solidFill>
                <a:latin typeface="Calibri"/>
              </a:rPr>
              <a:t>Holt-Winters and gradient boosting add a mild seasonal rhythm at about 273 to 295. Use them as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1E4D2B"/>
                </a:solidFill>
                <a:latin typeface="Cambria"/>
              </a:rPr>
              <a:t>Interactive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1.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zoomable series, range buttons, annual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79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2. Seasonality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3317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box plots and year-by-month heat-map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55448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1737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3.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233172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STL trend, seasonal, remainder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4. Stationarity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5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ADF and KPSS table, ACF and PACF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3703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5. Model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8055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hold-out and rolling errors; toggle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703320"/>
            <a:ext cx="3566160" cy="192024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38862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E4D2B"/>
                </a:solidFill>
                <a:latin typeface="Cambria"/>
              </a:rPr>
              <a:t>6.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4480559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A22"/>
                </a:solidFill>
                <a:latin typeface="Calibri"/>
              </a:rPr>
              <a:t>fan chart with 80% and 95% intervals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F6B62"/>
                </a:solidFill>
                <a:latin typeface="Calibri"/>
              </a:rPr>
              <a:t>Tea_Price_Dashboard.html: one self-contained file, opens in any browser, works offline.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Conclusions and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The tea price is trending, non-stationary and only weakly predictable; seasonality is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ARIMA(2,1,3) captures the autocorrelation, but beats a naive forecast by little.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Holt-Winters and gradient boosting give 10% to 30% lower errors in the tests, with caution about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Plan around the central forecast of about 274 cents per kg and the wide range of 180 to 410, not one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Next steps: add weather, exchange rate and supply variables; use GARCH or bootstrap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FE3C2"/>
                </a:solidFill>
                <a:latin typeface="Cambr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